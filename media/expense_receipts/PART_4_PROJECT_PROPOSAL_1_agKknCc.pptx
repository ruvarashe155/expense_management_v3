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0" name="Group 22"/>
          <p:cNvGrpSpPr/>
          <p:nvPr/>
        </p:nvGrpSpPr>
        <p:grpSpPr>
          <a:xfrm>
            <a:off x="0" y="228600"/>
            <a:ext cx="2850840" cy="6638040"/>
            <a:chOff x="0" y="228600"/>
            <a:chExt cx="2850840" cy="6638040"/>
          </a:xfrm>
        </p:grpSpPr>
        <p:sp>
          <p:nvSpPr>
            <p:cNvPr id="1"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13" name="Group 9"/>
          <p:cNvGrpSpPr/>
          <p:nvPr/>
        </p:nvGrpSpPr>
        <p:grpSpPr>
          <a:xfrm>
            <a:off x="27360" y="-720"/>
            <a:ext cx="2355840" cy="6853320"/>
            <a:chOff x="27360" y="-720"/>
            <a:chExt cx="2355840" cy="6853320"/>
          </a:xfrm>
        </p:grpSpPr>
        <p:sp>
          <p:nvSpPr>
            <p:cNvPr id="14"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26"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0" lang="en-US" sz="3600" strike="noStrike" u="none">
                <a:solidFill>
                  <a:schemeClr val="dk1">
                    <a:lumMod val="85000"/>
                    <a:lumOff val="15000"/>
                  </a:schemeClr>
                </a:solidFill>
                <a:effectLst/>
                <a:uFillTx/>
                <a:latin typeface="Century Gothic"/>
              </a:rPr>
              <a:t>Click to edit Master title style</a:t>
            </a:r>
            <a:endParaRPr b="0" lang="en-US" sz="3600" strike="noStrike" u="none">
              <a:solidFill>
                <a:srgbClr val="000000"/>
              </a:solidFill>
              <a:effectLst/>
              <a:uFillTx/>
              <a:latin typeface="Arial"/>
            </a:endParaRPr>
          </a:p>
        </p:txBody>
      </p:sp>
      <p:sp>
        <p:nvSpPr>
          <p:cNvPr id="28" name="PlaceHolder 2"/>
          <p:cNvSpPr>
            <a:spLocks noGrp="1"/>
          </p:cNvSpPr>
          <p:nvPr>
            <p:ph type="body"/>
          </p:nvPr>
        </p:nvSpPr>
        <p:spPr>
          <a:xfrm>
            <a:off x="2589120" y="2133720"/>
            <a:ext cx="8914680" cy="3776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lumMod val="75000"/>
                    <a:lumOff val="25000"/>
                  </a:schemeClr>
                </a:solidFill>
                <a:effectLst/>
                <a:uFillTx/>
                <a:latin typeface="Century Gothic"/>
              </a:rPr>
              <a:t>Click to edit Master text styles</a:t>
            </a:r>
            <a:endParaRPr b="0" lang="en-US" sz="1800" strike="noStrike" u="none">
              <a:solidFill>
                <a:srgbClr val="000000"/>
              </a:solidFill>
              <a:effectLst/>
              <a:uFillTx/>
              <a:latin typeface="Arial"/>
            </a:endParaRPr>
          </a:p>
          <a:p>
            <a:pPr lvl="1" marL="743040" indent="-285840" defTabSz="457200">
              <a:lnSpc>
                <a:spcPct val="100000"/>
              </a:lnSpc>
              <a:spcBef>
                <a:spcPts val="1001"/>
              </a:spcBef>
              <a:buClr>
                <a:srgbClr val="a53010"/>
              </a:buClr>
              <a:buFont typeface="Wingdings 3" charset="2"/>
              <a:buChar char=""/>
            </a:pPr>
            <a:r>
              <a:rPr b="0" lang="en-US" sz="1600" strike="noStrike" u="none">
                <a:solidFill>
                  <a:schemeClr val="dk1">
                    <a:lumMod val="75000"/>
                    <a:lumOff val="25000"/>
                  </a:schemeClr>
                </a:solidFill>
                <a:effectLst/>
                <a:uFillTx/>
                <a:latin typeface="Century Gothic"/>
              </a:rPr>
              <a:t>Second level</a:t>
            </a:r>
            <a:endParaRPr b="0" lang="en-US" sz="1600" strike="noStrike" u="none">
              <a:solidFill>
                <a:srgbClr val="000000"/>
              </a:solidFill>
              <a:effectLst/>
              <a:uFillTx/>
              <a:latin typeface="Arial"/>
            </a:endParaRPr>
          </a:p>
          <a:p>
            <a:pPr lvl="2" marL="1143000" indent="-228600" defTabSz="457200">
              <a:lnSpc>
                <a:spcPct val="100000"/>
              </a:lnSpc>
              <a:spcBef>
                <a:spcPts val="1001"/>
              </a:spcBef>
              <a:buClr>
                <a:srgbClr val="a53010"/>
              </a:buClr>
              <a:buFont typeface="Wingdings 3" charset="2"/>
              <a:buChar char=""/>
            </a:pPr>
            <a:r>
              <a:rPr b="0" lang="en-US" sz="1400" strike="noStrike" u="none">
                <a:solidFill>
                  <a:schemeClr val="dk1">
                    <a:lumMod val="75000"/>
                    <a:lumOff val="25000"/>
                  </a:schemeClr>
                </a:solidFill>
                <a:effectLst/>
                <a:uFillTx/>
                <a:latin typeface="Century Gothic"/>
              </a:rPr>
              <a:t>Third level</a:t>
            </a:r>
            <a:endParaRPr b="0" lang="en-US" sz="1400" strike="noStrike" u="none">
              <a:solidFill>
                <a:srgbClr val="000000"/>
              </a:solidFill>
              <a:effectLst/>
              <a:uFillTx/>
              <a:latin typeface="Arial"/>
            </a:endParaRPr>
          </a:p>
          <a:p>
            <a:pPr lvl="3" marL="16002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Fourth level</a:t>
            </a:r>
            <a:endParaRPr b="0" lang="en-US" sz="1200" strike="noStrike" u="none">
              <a:solidFill>
                <a:srgbClr val="000000"/>
              </a:solidFill>
              <a:effectLst/>
              <a:uFillTx/>
              <a:latin typeface="Arial"/>
            </a:endParaRPr>
          </a:p>
          <a:p>
            <a:pPr lvl="4" marL="20574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Fifth level</a:t>
            </a:r>
            <a:endParaRPr b="0" lang="en-US" sz="1200" strike="noStrike" u="none">
              <a:solidFill>
                <a:srgbClr val="000000"/>
              </a:solidFill>
              <a:effectLst/>
              <a:uFillTx/>
              <a:latin typeface="Arial"/>
            </a:endParaRPr>
          </a:p>
        </p:txBody>
      </p:sp>
      <p:sp>
        <p:nvSpPr>
          <p:cNvPr id="29" name="PlaceHolder 3"/>
          <p:cNvSpPr>
            <a:spLocks noGrp="1"/>
          </p:cNvSpPr>
          <p:nvPr>
            <p:ph type="dt" idx="1"/>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 </a:t>
            </a:r>
            <a:endParaRPr b="0" lang="en-US" sz="900" strike="noStrike" u="none">
              <a:solidFill>
                <a:srgbClr val="000000"/>
              </a:solidFill>
              <a:effectLst/>
              <a:uFillTx/>
              <a:latin typeface="Times New Roman"/>
            </a:endParaRPr>
          </a:p>
        </p:txBody>
      </p:sp>
      <p:sp>
        <p:nvSpPr>
          <p:cNvPr id="30" name="PlaceHolder 4"/>
          <p:cNvSpPr>
            <a:spLocks noGrp="1"/>
          </p:cNvSpPr>
          <p:nvPr>
            <p:ph type="ftr" idx="2"/>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1" name="Freeform 11"/>
          <p:cNvSpPr/>
          <p:nvPr/>
        </p:nvSpPr>
        <p:spPr>
          <a:xfrm flipV="1">
            <a:off x="-3600" y="71280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 name="PlaceHolder 5"/>
          <p:cNvSpPr>
            <a:spLocks noGrp="1"/>
          </p:cNvSpPr>
          <p:nvPr>
            <p:ph type="sldNum" idx="3"/>
          </p:nvPr>
        </p:nvSpPr>
        <p:spPr>
          <a:xfrm>
            <a:off x="531720" y="78768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F9E88C20-02E8-4828-8AB4-76C6AA4C2081}" type="slidenum">
              <a:rPr b="0" lang="en-ZW" sz="2000" strike="noStrike" u="none">
                <a:solidFill>
                  <a:srgbClr val="feffff"/>
                </a:solidFill>
                <a:effectLst/>
                <a:uFillTx/>
                <a:latin typeface="Century Gothic"/>
              </a:rPr>
              <a:t>6</a:t>
            </a:fld>
            <a:endParaRPr b="0" lang="en-US" sz="20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3" name="Group 22"/>
          <p:cNvGrpSpPr/>
          <p:nvPr/>
        </p:nvGrpSpPr>
        <p:grpSpPr>
          <a:xfrm>
            <a:off x="0" y="228600"/>
            <a:ext cx="2850840" cy="6638040"/>
            <a:chOff x="0" y="228600"/>
            <a:chExt cx="2850840" cy="6638040"/>
          </a:xfrm>
        </p:grpSpPr>
        <p:sp>
          <p:nvSpPr>
            <p:cNvPr id="34"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6"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3"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46" name="Group 9"/>
          <p:cNvGrpSpPr/>
          <p:nvPr/>
        </p:nvGrpSpPr>
        <p:grpSpPr>
          <a:xfrm>
            <a:off x="27360" y="-720"/>
            <a:ext cx="2355840" cy="6853320"/>
            <a:chOff x="27360" y="-720"/>
            <a:chExt cx="2355840" cy="6853320"/>
          </a:xfrm>
        </p:grpSpPr>
        <p:sp>
          <p:nvSpPr>
            <p:cNvPr id="47"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0"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3"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4"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5"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6"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7"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8"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59"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0" name="PlaceHolder 1"/>
          <p:cNvSpPr>
            <a:spLocks noGrp="1"/>
          </p:cNvSpPr>
          <p:nvPr>
            <p:ph type="title"/>
          </p:nvPr>
        </p:nvSpPr>
        <p:spPr>
          <a:xfrm>
            <a:off x="2589120" y="2058840"/>
            <a:ext cx="8914680" cy="1468080"/>
          </a:xfrm>
          <a:prstGeom prst="rect">
            <a:avLst/>
          </a:prstGeom>
          <a:noFill/>
          <a:ln w="0">
            <a:noFill/>
          </a:ln>
        </p:spPr>
        <p:txBody>
          <a:bodyPr lIns="91440" rIns="91440" tIns="45720" bIns="45720" anchor="b">
            <a:noAutofit/>
          </a:bodyPr>
          <a:p>
            <a:pPr indent="0" defTabSz="457200">
              <a:lnSpc>
                <a:spcPct val="100000"/>
              </a:lnSpc>
              <a:buNone/>
              <a:tabLst>
                <a:tab algn="l" pos="0"/>
              </a:tabLst>
            </a:pPr>
            <a:r>
              <a:rPr b="0" lang="en-US" sz="4000" strike="noStrike" u="none">
                <a:solidFill>
                  <a:schemeClr val="dk1">
                    <a:lumMod val="85000"/>
                    <a:lumOff val="15000"/>
                  </a:schemeClr>
                </a:solidFill>
                <a:effectLst/>
                <a:uFillTx/>
                <a:latin typeface="Century Gothic"/>
              </a:rPr>
              <a:t>Click to edit Master title style</a:t>
            </a:r>
            <a:endParaRPr b="0" lang="en-US" sz="4000" strike="noStrike" u="none">
              <a:solidFill>
                <a:srgbClr val="000000"/>
              </a:solidFill>
              <a:effectLst/>
              <a:uFillTx/>
              <a:latin typeface="Arial"/>
            </a:endParaRPr>
          </a:p>
        </p:txBody>
      </p:sp>
      <p:sp>
        <p:nvSpPr>
          <p:cNvPr id="61" name="PlaceHolder 2"/>
          <p:cNvSpPr>
            <a:spLocks noGrp="1"/>
          </p:cNvSpPr>
          <p:nvPr>
            <p:ph type="body"/>
          </p:nvPr>
        </p:nvSpPr>
        <p:spPr>
          <a:xfrm>
            <a:off x="2589120" y="3530160"/>
            <a:ext cx="8914680" cy="85968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trike="noStrike" u="none">
                <a:solidFill>
                  <a:schemeClr val="dk1">
                    <a:lumMod val="65000"/>
                    <a:lumOff val="35000"/>
                  </a:schemeClr>
                </a:solidFill>
                <a:effectLst/>
                <a:uFillTx/>
                <a:latin typeface="Century Gothic"/>
              </a:rPr>
              <a:t>Click to edit Master text styles</a:t>
            </a:r>
            <a:endParaRPr b="0" lang="en-US" sz="2000" strike="noStrike" u="none">
              <a:solidFill>
                <a:srgbClr val="000000"/>
              </a:solidFill>
              <a:effectLst/>
              <a:uFillTx/>
              <a:latin typeface="Arial"/>
            </a:endParaRPr>
          </a:p>
        </p:txBody>
      </p:sp>
      <p:sp>
        <p:nvSpPr>
          <p:cNvPr id="62" name="PlaceHolder 3"/>
          <p:cNvSpPr>
            <a:spLocks noGrp="1"/>
          </p:cNvSpPr>
          <p:nvPr>
            <p:ph type="dt" idx="4"/>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 </a:t>
            </a:r>
            <a:endParaRPr b="0" lang="en-US" sz="900" strike="noStrike" u="none">
              <a:solidFill>
                <a:srgbClr val="000000"/>
              </a:solidFill>
              <a:effectLst/>
              <a:uFillTx/>
              <a:latin typeface="Times New Roman"/>
            </a:endParaRPr>
          </a:p>
        </p:txBody>
      </p:sp>
      <p:sp>
        <p:nvSpPr>
          <p:cNvPr id="63" name="PlaceHolder 4"/>
          <p:cNvSpPr>
            <a:spLocks noGrp="1"/>
          </p:cNvSpPr>
          <p:nvPr>
            <p:ph type="ftr" idx="5"/>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4" name="Freeform 11"/>
          <p:cNvSpPr/>
          <p:nvPr/>
        </p:nvSpPr>
        <p:spPr>
          <a:xfrm flipV="1">
            <a:off x="-3600" y="317736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5" name="PlaceHolder 5"/>
          <p:cNvSpPr>
            <a:spLocks noGrp="1"/>
          </p:cNvSpPr>
          <p:nvPr>
            <p:ph type="sldNum" idx="6"/>
          </p:nvPr>
        </p:nvSpPr>
        <p:spPr>
          <a:xfrm>
            <a:off x="531720" y="324396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ABCC1690-E4C4-4F3D-827A-9F007AA7407F}" type="slidenum">
              <a:rPr b="0" lang="en-ZW" sz="2000" strike="noStrike" u="none">
                <a:solidFill>
                  <a:srgbClr val="feffff"/>
                </a:solidFill>
                <a:effectLst/>
                <a:uFillTx/>
                <a:latin typeface="Century Gothic"/>
              </a:rPr>
              <a:t>6</a:t>
            </a:fld>
            <a:endParaRPr b="0" lang="en-US" sz="20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6" name="Group 22"/>
          <p:cNvGrpSpPr/>
          <p:nvPr/>
        </p:nvGrpSpPr>
        <p:grpSpPr>
          <a:xfrm>
            <a:off x="0" y="228600"/>
            <a:ext cx="2850840" cy="6638040"/>
            <a:chOff x="0" y="228600"/>
            <a:chExt cx="2850840" cy="6638040"/>
          </a:xfrm>
        </p:grpSpPr>
        <p:sp>
          <p:nvSpPr>
            <p:cNvPr id="67"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8"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9"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0"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1"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2"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3"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4"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5"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6"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7"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8"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79" name="Group 9"/>
          <p:cNvGrpSpPr/>
          <p:nvPr/>
        </p:nvGrpSpPr>
        <p:grpSpPr>
          <a:xfrm>
            <a:off x="27360" y="-720"/>
            <a:ext cx="2355840" cy="6853320"/>
            <a:chOff x="27360" y="-720"/>
            <a:chExt cx="2355840" cy="6853320"/>
          </a:xfrm>
        </p:grpSpPr>
        <p:sp>
          <p:nvSpPr>
            <p:cNvPr id="80"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1"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2"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3"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4"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5"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6"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7"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8"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9"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0"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1"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92"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3"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0" lang="en-US" sz="3600" strike="noStrike" u="none">
                <a:solidFill>
                  <a:schemeClr val="dk1">
                    <a:lumMod val="85000"/>
                    <a:lumOff val="15000"/>
                  </a:schemeClr>
                </a:solidFill>
                <a:effectLst/>
                <a:uFillTx/>
                <a:latin typeface="Century Gothic"/>
              </a:rPr>
              <a:t>Click to edit Master title style</a:t>
            </a:r>
            <a:endParaRPr b="0" lang="en-US" sz="3600" strike="noStrike" u="none">
              <a:solidFill>
                <a:srgbClr val="000000"/>
              </a:solidFill>
              <a:effectLst/>
              <a:uFillTx/>
              <a:latin typeface="Arial"/>
            </a:endParaRPr>
          </a:p>
        </p:txBody>
      </p:sp>
      <p:sp>
        <p:nvSpPr>
          <p:cNvPr id="94" name="PlaceHolder 2"/>
          <p:cNvSpPr>
            <a:spLocks noGrp="1"/>
          </p:cNvSpPr>
          <p:nvPr>
            <p:ph type="body"/>
          </p:nvPr>
        </p:nvSpPr>
        <p:spPr>
          <a:xfrm>
            <a:off x="2589120" y="2133720"/>
            <a:ext cx="4313160" cy="3776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lumMod val="75000"/>
                    <a:lumOff val="25000"/>
                  </a:schemeClr>
                </a:solidFill>
                <a:effectLst/>
                <a:uFillTx/>
                <a:latin typeface="Century Gothic"/>
              </a:rPr>
              <a:t>Click to edit Master text styles</a:t>
            </a:r>
            <a:endParaRPr b="0" lang="en-US" sz="1800" strike="noStrike" u="none">
              <a:solidFill>
                <a:srgbClr val="000000"/>
              </a:solidFill>
              <a:effectLst/>
              <a:uFillTx/>
              <a:latin typeface="Arial"/>
            </a:endParaRPr>
          </a:p>
          <a:p>
            <a:pPr lvl="1" marL="743040" indent="-285840" defTabSz="457200">
              <a:lnSpc>
                <a:spcPct val="100000"/>
              </a:lnSpc>
              <a:spcBef>
                <a:spcPts val="1001"/>
              </a:spcBef>
              <a:buClr>
                <a:srgbClr val="a53010"/>
              </a:buClr>
              <a:buFont typeface="Wingdings 3" charset="2"/>
              <a:buChar char=""/>
            </a:pPr>
            <a:r>
              <a:rPr b="0" lang="en-US" sz="1600" strike="noStrike" u="none">
                <a:solidFill>
                  <a:schemeClr val="dk1">
                    <a:lumMod val="75000"/>
                    <a:lumOff val="25000"/>
                  </a:schemeClr>
                </a:solidFill>
                <a:effectLst/>
                <a:uFillTx/>
                <a:latin typeface="Century Gothic"/>
              </a:rPr>
              <a:t>Second level</a:t>
            </a:r>
            <a:endParaRPr b="0" lang="en-US" sz="1600" strike="noStrike" u="none">
              <a:solidFill>
                <a:srgbClr val="000000"/>
              </a:solidFill>
              <a:effectLst/>
              <a:uFillTx/>
              <a:latin typeface="Arial"/>
            </a:endParaRPr>
          </a:p>
          <a:p>
            <a:pPr lvl="2" marL="1143000" indent="-228600" defTabSz="457200">
              <a:lnSpc>
                <a:spcPct val="100000"/>
              </a:lnSpc>
              <a:spcBef>
                <a:spcPts val="1001"/>
              </a:spcBef>
              <a:buClr>
                <a:srgbClr val="a53010"/>
              </a:buClr>
              <a:buFont typeface="Wingdings 3" charset="2"/>
              <a:buChar char=""/>
            </a:pPr>
            <a:r>
              <a:rPr b="0" lang="en-US" sz="1400" strike="noStrike" u="none">
                <a:solidFill>
                  <a:schemeClr val="dk1">
                    <a:lumMod val="75000"/>
                    <a:lumOff val="25000"/>
                  </a:schemeClr>
                </a:solidFill>
                <a:effectLst/>
                <a:uFillTx/>
                <a:latin typeface="Century Gothic"/>
              </a:rPr>
              <a:t>Third level</a:t>
            </a:r>
            <a:endParaRPr b="0" lang="en-US" sz="1400" strike="noStrike" u="none">
              <a:solidFill>
                <a:srgbClr val="000000"/>
              </a:solidFill>
              <a:effectLst/>
              <a:uFillTx/>
              <a:latin typeface="Arial"/>
            </a:endParaRPr>
          </a:p>
          <a:p>
            <a:pPr lvl="3" marL="16002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Fourth level</a:t>
            </a:r>
            <a:endParaRPr b="0" lang="en-US" sz="1200" strike="noStrike" u="none">
              <a:solidFill>
                <a:srgbClr val="000000"/>
              </a:solidFill>
              <a:effectLst/>
              <a:uFillTx/>
              <a:latin typeface="Arial"/>
            </a:endParaRPr>
          </a:p>
          <a:p>
            <a:pPr lvl="4" marL="20574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Fifth level</a:t>
            </a:r>
            <a:endParaRPr b="0" lang="en-US" sz="1200" strike="noStrike" u="none">
              <a:solidFill>
                <a:srgbClr val="000000"/>
              </a:solidFill>
              <a:effectLst/>
              <a:uFillTx/>
              <a:latin typeface="Arial"/>
            </a:endParaRPr>
          </a:p>
        </p:txBody>
      </p:sp>
      <p:sp>
        <p:nvSpPr>
          <p:cNvPr id="95" name="PlaceHolder 3"/>
          <p:cNvSpPr>
            <a:spLocks noGrp="1"/>
          </p:cNvSpPr>
          <p:nvPr>
            <p:ph type="body"/>
          </p:nvPr>
        </p:nvSpPr>
        <p:spPr>
          <a:xfrm>
            <a:off x="7190640" y="2126160"/>
            <a:ext cx="4313160" cy="3776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lumMod val="75000"/>
                    <a:lumOff val="25000"/>
                  </a:schemeClr>
                </a:solidFill>
                <a:effectLst/>
                <a:uFillTx/>
                <a:latin typeface="Century Gothic"/>
              </a:rPr>
              <a:t>Click to edit Master text styles</a:t>
            </a:r>
            <a:endParaRPr b="0" lang="en-US" sz="1800" strike="noStrike" u="none">
              <a:solidFill>
                <a:srgbClr val="000000"/>
              </a:solidFill>
              <a:effectLst/>
              <a:uFillTx/>
              <a:latin typeface="Arial"/>
            </a:endParaRPr>
          </a:p>
          <a:p>
            <a:pPr lvl="1" marL="743040" indent="-285840" defTabSz="457200">
              <a:lnSpc>
                <a:spcPct val="100000"/>
              </a:lnSpc>
              <a:spcBef>
                <a:spcPts val="1001"/>
              </a:spcBef>
              <a:buClr>
                <a:srgbClr val="a53010"/>
              </a:buClr>
              <a:buFont typeface="Wingdings 3" charset="2"/>
              <a:buChar char=""/>
            </a:pPr>
            <a:r>
              <a:rPr b="0" lang="en-US" sz="1600" strike="noStrike" u="none">
                <a:solidFill>
                  <a:schemeClr val="dk1">
                    <a:lumMod val="75000"/>
                    <a:lumOff val="25000"/>
                  </a:schemeClr>
                </a:solidFill>
                <a:effectLst/>
                <a:uFillTx/>
                <a:latin typeface="Century Gothic"/>
              </a:rPr>
              <a:t>Second level</a:t>
            </a:r>
            <a:endParaRPr b="0" lang="en-US" sz="1600" strike="noStrike" u="none">
              <a:solidFill>
                <a:srgbClr val="000000"/>
              </a:solidFill>
              <a:effectLst/>
              <a:uFillTx/>
              <a:latin typeface="Arial"/>
            </a:endParaRPr>
          </a:p>
          <a:p>
            <a:pPr lvl="2" marL="1143000" indent="-228600" defTabSz="457200">
              <a:lnSpc>
                <a:spcPct val="100000"/>
              </a:lnSpc>
              <a:spcBef>
                <a:spcPts val="1001"/>
              </a:spcBef>
              <a:buClr>
                <a:srgbClr val="a53010"/>
              </a:buClr>
              <a:buFont typeface="Wingdings 3" charset="2"/>
              <a:buChar char=""/>
            </a:pPr>
            <a:r>
              <a:rPr b="0" lang="en-US" sz="1400" strike="noStrike" u="none">
                <a:solidFill>
                  <a:schemeClr val="dk1">
                    <a:lumMod val="75000"/>
                    <a:lumOff val="25000"/>
                  </a:schemeClr>
                </a:solidFill>
                <a:effectLst/>
                <a:uFillTx/>
                <a:latin typeface="Century Gothic"/>
              </a:rPr>
              <a:t>Third level</a:t>
            </a:r>
            <a:endParaRPr b="0" lang="en-US" sz="1400" strike="noStrike" u="none">
              <a:solidFill>
                <a:srgbClr val="000000"/>
              </a:solidFill>
              <a:effectLst/>
              <a:uFillTx/>
              <a:latin typeface="Arial"/>
            </a:endParaRPr>
          </a:p>
          <a:p>
            <a:pPr lvl="3" marL="16002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Fourth level</a:t>
            </a:r>
            <a:endParaRPr b="0" lang="en-US" sz="1200" strike="noStrike" u="none">
              <a:solidFill>
                <a:srgbClr val="000000"/>
              </a:solidFill>
              <a:effectLst/>
              <a:uFillTx/>
              <a:latin typeface="Arial"/>
            </a:endParaRPr>
          </a:p>
          <a:p>
            <a:pPr lvl="4" marL="20574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Fifth level</a:t>
            </a:r>
            <a:endParaRPr b="0" lang="en-US" sz="1200" strike="noStrike" u="none">
              <a:solidFill>
                <a:srgbClr val="000000"/>
              </a:solidFill>
              <a:effectLst/>
              <a:uFillTx/>
              <a:latin typeface="Arial"/>
            </a:endParaRPr>
          </a:p>
        </p:txBody>
      </p:sp>
      <p:sp>
        <p:nvSpPr>
          <p:cNvPr id="96" name="PlaceHolder 4"/>
          <p:cNvSpPr>
            <a:spLocks noGrp="1"/>
          </p:cNvSpPr>
          <p:nvPr>
            <p:ph type="dt" idx="7"/>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97" name="PlaceHolder 5"/>
          <p:cNvSpPr>
            <a:spLocks noGrp="1"/>
          </p:cNvSpPr>
          <p:nvPr>
            <p:ph type="ftr" idx="8"/>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8" name="Freeform 11"/>
          <p:cNvSpPr/>
          <p:nvPr/>
        </p:nvSpPr>
        <p:spPr>
          <a:xfrm flipV="1">
            <a:off x="-3600" y="71280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9" name="PlaceHolder 6"/>
          <p:cNvSpPr>
            <a:spLocks noGrp="1"/>
          </p:cNvSpPr>
          <p:nvPr>
            <p:ph type="sldNum" idx="9"/>
          </p:nvPr>
        </p:nvSpPr>
        <p:spPr>
          <a:xfrm>
            <a:off x="531720" y="78768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4758C389-A4EF-41D5-A178-28E097F24FBA}"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00" name="Group 22"/>
          <p:cNvGrpSpPr/>
          <p:nvPr/>
        </p:nvGrpSpPr>
        <p:grpSpPr>
          <a:xfrm>
            <a:off x="0" y="228600"/>
            <a:ext cx="2850840" cy="6638040"/>
            <a:chOff x="0" y="228600"/>
            <a:chExt cx="2850840" cy="6638040"/>
          </a:xfrm>
        </p:grpSpPr>
        <p:sp>
          <p:nvSpPr>
            <p:cNvPr id="101"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2"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3"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4"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5"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6"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7"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8"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9"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0"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1"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2"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113" name="Group 9"/>
          <p:cNvGrpSpPr/>
          <p:nvPr/>
        </p:nvGrpSpPr>
        <p:grpSpPr>
          <a:xfrm>
            <a:off x="27360" y="-720"/>
            <a:ext cx="2355840" cy="6853320"/>
            <a:chOff x="27360" y="-720"/>
            <a:chExt cx="2355840" cy="6853320"/>
          </a:xfrm>
        </p:grpSpPr>
        <p:sp>
          <p:nvSpPr>
            <p:cNvPr id="114"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5"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6"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7"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8"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19"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0"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1"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2"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3"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4"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5"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126"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27"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0" lang="en-US" sz="3600" strike="noStrike" u="none">
                <a:solidFill>
                  <a:schemeClr val="dk1">
                    <a:lumMod val="85000"/>
                    <a:lumOff val="15000"/>
                  </a:schemeClr>
                </a:solidFill>
                <a:effectLst/>
                <a:uFillTx/>
                <a:latin typeface="Century Gothic"/>
              </a:rPr>
              <a:t>Click to edit Master title style</a:t>
            </a:r>
            <a:endParaRPr b="0" lang="en-US" sz="3600" strike="noStrike" u="none">
              <a:solidFill>
                <a:srgbClr val="000000"/>
              </a:solidFill>
              <a:effectLst/>
              <a:uFillTx/>
              <a:latin typeface="Arial"/>
            </a:endParaRPr>
          </a:p>
        </p:txBody>
      </p:sp>
      <p:sp>
        <p:nvSpPr>
          <p:cNvPr id="128" name="PlaceHolder 2"/>
          <p:cNvSpPr>
            <a:spLocks noGrp="1"/>
          </p:cNvSpPr>
          <p:nvPr>
            <p:ph type="body"/>
          </p:nvPr>
        </p:nvSpPr>
        <p:spPr>
          <a:xfrm>
            <a:off x="2939400" y="1972800"/>
            <a:ext cx="3992040" cy="575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trike="noStrike" u="none">
                <a:solidFill>
                  <a:schemeClr val="dk1">
                    <a:lumMod val="75000"/>
                    <a:lumOff val="25000"/>
                  </a:schemeClr>
                </a:solidFill>
                <a:effectLst/>
                <a:uFillTx/>
                <a:latin typeface="Century Gothic"/>
              </a:rPr>
              <a:t>Click to edit Master text styles</a:t>
            </a:r>
            <a:endParaRPr b="0" lang="en-US" sz="2400" strike="noStrike" u="none">
              <a:solidFill>
                <a:srgbClr val="000000"/>
              </a:solidFill>
              <a:effectLst/>
              <a:uFillTx/>
              <a:latin typeface="Arial"/>
            </a:endParaRPr>
          </a:p>
        </p:txBody>
      </p:sp>
      <p:sp>
        <p:nvSpPr>
          <p:cNvPr id="129" name="PlaceHolder 3"/>
          <p:cNvSpPr>
            <a:spLocks noGrp="1"/>
          </p:cNvSpPr>
          <p:nvPr>
            <p:ph type="body"/>
          </p:nvPr>
        </p:nvSpPr>
        <p:spPr>
          <a:xfrm>
            <a:off x="2589120" y="2548800"/>
            <a:ext cx="4342320" cy="33534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lumMod val="75000"/>
                    <a:lumOff val="25000"/>
                  </a:schemeClr>
                </a:solidFill>
                <a:effectLst/>
                <a:uFillTx/>
                <a:latin typeface="Century Gothic"/>
              </a:rPr>
              <a:t>Click to edit Master text styles</a:t>
            </a:r>
            <a:endParaRPr b="0" lang="en-US" sz="1800" strike="noStrike" u="none">
              <a:solidFill>
                <a:srgbClr val="000000"/>
              </a:solidFill>
              <a:effectLst/>
              <a:uFillTx/>
              <a:latin typeface="Arial"/>
            </a:endParaRPr>
          </a:p>
          <a:p>
            <a:pPr lvl="1" marL="743040" indent="-285840" defTabSz="457200">
              <a:lnSpc>
                <a:spcPct val="100000"/>
              </a:lnSpc>
              <a:spcBef>
                <a:spcPts val="1001"/>
              </a:spcBef>
              <a:buClr>
                <a:srgbClr val="a53010"/>
              </a:buClr>
              <a:buFont typeface="Wingdings 3" charset="2"/>
              <a:buChar char=""/>
            </a:pPr>
            <a:r>
              <a:rPr b="0" lang="en-US" sz="1600" strike="noStrike" u="none">
                <a:solidFill>
                  <a:schemeClr val="dk1">
                    <a:lumMod val="75000"/>
                    <a:lumOff val="25000"/>
                  </a:schemeClr>
                </a:solidFill>
                <a:effectLst/>
                <a:uFillTx/>
                <a:latin typeface="Century Gothic"/>
              </a:rPr>
              <a:t>Second level</a:t>
            </a:r>
            <a:endParaRPr b="0" lang="en-US" sz="1600" strike="noStrike" u="none">
              <a:solidFill>
                <a:srgbClr val="000000"/>
              </a:solidFill>
              <a:effectLst/>
              <a:uFillTx/>
              <a:latin typeface="Arial"/>
            </a:endParaRPr>
          </a:p>
          <a:p>
            <a:pPr lvl="2" marL="1143000" indent="-228600" defTabSz="457200">
              <a:lnSpc>
                <a:spcPct val="100000"/>
              </a:lnSpc>
              <a:spcBef>
                <a:spcPts val="1001"/>
              </a:spcBef>
              <a:buClr>
                <a:srgbClr val="a53010"/>
              </a:buClr>
              <a:buFont typeface="Wingdings 3" charset="2"/>
              <a:buChar char=""/>
            </a:pPr>
            <a:r>
              <a:rPr b="0" lang="en-US" sz="1400" strike="noStrike" u="none">
                <a:solidFill>
                  <a:schemeClr val="dk1">
                    <a:lumMod val="75000"/>
                    <a:lumOff val="25000"/>
                  </a:schemeClr>
                </a:solidFill>
                <a:effectLst/>
                <a:uFillTx/>
                <a:latin typeface="Century Gothic"/>
              </a:rPr>
              <a:t>Third level</a:t>
            </a:r>
            <a:endParaRPr b="0" lang="en-US" sz="1400" strike="noStrike" u="none">
              <a:solidFill>
                <a:srgbClr val="000000"/>
              </a:solidFill>
              <a:effectLst/>
              <a:uFillTx/>
              <a:latin typeface="Arial"/>
            </a:endParaRPr>
          </a:p>
          <a:p>
            <a:pPr lvl="3" marL="16002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Fourth level</a:t>
            </a:r>
            <a:endParaRPr b="0" lang="en-US" sz="1200" strike="noStrike" u="none">
              <a:solidFill>
                <a:srgbClr val="000000"/>
              </a:solidFill>
              <a:effectLst/>
              <a:uFillTx/>
              <a:latin typeface="Arial"/>
            </a:endParaRPr>
          </a:p>
          <a:p>
            <a:pPr lvl="4" marL="20574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Fifth level</a:t>
            </a:r>
            <a:endParaRPr b="0" lang="en-US" sz="1200" strike="noStrike" u="none">
              <a:solidFill>
                <a:srgbClr val="000000"/>
              </a:solidFill>
              <a:effectLst/>
              <a:uFillTx/>
              <a:latin typeface="Arial"/>
            </a:endParaRPr>
          </a:p>
        </p:txBody>
      </p:sp>
      <p:sp>
        <p:nvSpPr>
          <p:cNvPr id="130" name="PlaceHolder 4"/>
          <p:cNvSpPr>
            <a:spLocks noGrp="1"/>
          </p:cNvSpPr>
          <p:nvPr>
            <p:ph type="body"/>
          </p:nvPr>
        </p:nvSpPr>
        <p:spPr>
          <a:xfrm>
            <a:off x="7506720" y="1969560"/>
            <a:ext cx="3998160" cy="575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trike="noStrike" u="none">
                <a:solidFill>
                  <a:schemeClr val="dk1">
                    <a:lumMod val="75000"/>
                    <a:lumOff val="25000"/>
                  </a:schemeClr>
                </a:solidFill>
                <a:effectLst/>
                <a:uFillTx/>
                <a:latin typeface="Century Gothic"/>
              </a:rPr>
              <a:t>Click to edit Master text styles</a:t>
            </a:r>
            <a:endParaRPr b="0" lang="en-US" sz="2400" strike="noStrike" u="none">
              <a:solidFill>
                <a:srgbClr val="000000"/>
              </a:solidFill>
              <a:effectLst/>
              <a:uFillTx/>
              <a:latin typeface="Arial"/>
            </a:endParaRPr>
          </a:p>
        </p:txBody>
      </p:sp>
      <p:sp>
        <p:nvSpPr>
          <p:cNvPr id="131" name="PlaceHolder 5"/>
          <p:cNvSpPr>
            <a:spLocks noGrp="1"/>
          </p:cNvSpPr>
          <p:nvPr>
            <p:ph type="body"/>
          </p:nvPr>
        </p:nvSpPr>
        <p:spPr>
          <a:xfrm>
            <a:off x="7166880" y="2545560"/>
            <a:ext cx="4338000" cy="33534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lumMod val="75000"/>
                    <a:lumOff val="25000"/>
                  </a:schemeClr>
                </a:solidFill>
                <a:effectLst/>
                <a:uFillTx/>
                <a:latin typeface="Century Gothic"/>
              </a:rPr>
              <a:t>Click to edit Master text styles</a:t>
            </a:r>
            <a:endParaRPr b="0" lang="en-US" sz="1800" strike="noStrike" u="none">
              <a:solidFill>
                <a:srgbClr val="000000"/>
              </a:solidFill>
              <a:effectLst/>
              <a:uFillTx/>
              <a:latin typeface="Arial"/>
            </a:endParaRPr>
          </a:p>
          <a:p>
            <a:pPr lvl="1" marL="743040" indent="-285840" defTabSz="457200">
              <a:lnSpc>
                <a:spcPct val="100000"/>
              </a:lnSpc>
              <a:spcBef>
                <a:spcPts val="1001"/>
              </a:spcBef>
              <a:buClr>
                <a:srgbClr val="a53010"/>
              </a:buClr>
              <a:buFont typeface="Wingdings 3" charset="2"/>
              <a:buChar char=""/>
            </a:pPr>
            <a:r>
              <a:rPr b="0" lang="en-US" sz="1600" strike="noStrike" u="none">
                <a:solidFill>
                  <a:schemeClr val="dk1">
                    <a:lumMod val="75000"/>
                    <a:lumOff val="25000"/>
                  </a:schemeClr>
                </a:solidFill>
                <a:effectLst/>
                <a:uFillTx/>
                <a:latin typeface="Century Gothic"/>
              </a:rPr>
              <a:t>Second level</a:t>
            </a:r>
            <a:endParaRPr b="0" lang="en-US" sz="1600" strike="noStrike" u="none">
              <a:solidFill>
                <a:srgbClr val="000000"/>
              </a:solidFill>
              <a:effectLst/>
              <a:uFillTx/>
              <a:latin typeface="Arial"/>
            </a:endParaRPr>
          </a:p>
          <a:p>
            <a:pPr lvl="2" marL="1143000" indent="-228600" defTabSz="457200">
              <a:lnSpc>
                <a:spcPct val="100000"/>
              </a:lnSpc>
              <a:spcBef>
                <a:spcPts val="1001"/>
              </a:spcBef>
              <a:buClr>
                <a:srgbClr val="a53010"/>
              </a:buClr>
              <a:buFont typeface="Wingdings 3" charset="2"/>
              <a:buChar char=""/>
            </a:pPr>
            <a:r>
              <a:rPr b="0" lang="en-US" sz="1400" strike="noStrike" u="none">
                <a:solidFill>
                  <a:schemeClr val="dk1">
                    <a:lumMod val="75000"/>
                    <a:lumOff val="25000"/>
                  </a:schemeClr>
                </a:solidFill>
                <a:effectLst/>
                <a:uFillTx/>
                <a:latin typeface="Century Gothic"/>
              </a:rPr>
              <a:t>Third level</a:t>
            </a:r>
            <a:endParaRPr b="0" lang="en-US" sz="1400" strike="noStrike" u="none">
              <a:solidFill>
                <a:srgbClr val="000000"/>
              </a:solidFill>
              <a:effectLst/>
              <a:uFillTx/>
              <a:latin typeface="Arial"/>
            </a:endParaRPr>
          </a:p>
          <a:p>
            <a:pPr lvl="3" marL="16002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Fourth level</a:t>
            </a:r>
            <a:endParaRPr b="0" lang="en-US" sz="1200" strike="noStrike" u="none">
              <a:solidFill>
                <a:srgbClr val="000000"/>
              </a:solidFill>
              <a:effectLst/>
              <a:uFillTx/>
              <a:latin typeface="Arial"/>
            </a:endParaRPr>
          </a:p>
          <a:p>
            <a:pPr lvl="4" marL="20574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Fifth level</a:t>
            </a:r>
            <a:endParaRPr b="0" lang="en-US" sz="1200" strike="noStrike" u="none">
              <a:solidFill>
                <a:srgbClr val="000000"/>
              </a:solidFill>
              <a:effectLst/>
              <a:uFillTx/>
              <a:latin typeface="Arial"/>
            </a:endParaRPr>
          </a:p>
        </p:txBody>
      </p:sp>
      <p:sp>
        <p:nvSpPr>
          <p:cNvPr id="132" name="PlaceHolder 6"/>
          <p:cNvSpPr>
            <a:spLocks noGrp="1"/>
          </p:cNvSpPr>
          <p:nvPr>
            <p:ph type="dt" idx="10"/>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133" name="PlaceHolder 7"/>
          <p:cNvSpPr>
            <a:spLocks noGrp="1"/>
          </p:cNvSpPr>
          <p:nvPr>
            <p:ph type="ftr" idx="11"/>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4" name="Freeform 11"/>
          <p:cNvSpPr/>
          <p:nvPr/>
        </p:nvSpPr>
        <p:spPr>
          <a:xfrm flipV="1">
            <a:off x="-3600" y="71280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35" name="PlaceHolder 8"/>
          <p:cNvSpPr>
            <a:spLocks noGrp="1"/>
          </p:cNvSpPr>
          <p:nvPr>
            <p:ph type="sldNum" idx="12"/>
          </p:nvPr>
        </p:nvSpPr>
        <p:spPr>
          <a:xfrm>
            <a:off x="531720" y="78768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DB35EB8A-4C25-4B38-A56A-DAED38F09A0C}"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36" name="Group 22"/>
          <p:cNvGrpSpPr/>
          <p:nvPr/>
        </p:nvGrpSpPr>
        <p:grpSpPr>
          <a:xfrm>
            <a:off x="0" y="228600"/>
            <a:ext cx="2850840" cy="6638040"/>
            <a:chOff x="0" y="228600"/>
            <a:chExt cx="2850840" cy="6638040"/>
          </a:xfrm>
        </p:grpSpPr>
        <p:sp>
          <p:nvSpPr>
            <p:cNvPr id="137"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38"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39"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0"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1"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2"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3"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4"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5"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6"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7"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8"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149" name="Group 9"/>
          <p:cNvGrpSpPr/>
          <p:nvPr/>
        </p:nvGrpSpPr>
        <p:grpSpPr>
          <a:xfrm>
            <a:off x="27360" y="-720"/>
            <a:ext cx="2355840" cy="6853320"/>
            <a:chOff x="27360" y="-720"/>
            <a:chExt cx="2355840" cy="6853320"/>
          </a:xfrm>
        </p:grpSpPr>
        <p:sp>
          <p:nvSpPr>
            <p:cNvPr id="150"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1"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2"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3"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4"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5"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6"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7"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8"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9"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0"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1"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162"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3"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0" lang="en-US" sz="3600" strike="noStrike" u="none">
                <a:solidFill>
                  <a:schemeClr val="dk1">
                    <a:lumMod val="85000"/>
                    <a:lumOff val="15000"/>
                  </a:schemeClr>
                </a:solidFill>
                <a:effectLst/>
                <a:uFillTx/>
                <a:latin typeface="Century Gothic"/>
              </a:rPr>
              <a:t>Click to edit Master title style</a:t>
            </a:r>
            <a:endParaRPr b="0" lang="en-US" sz="3600" strike="noStrike" u="none">
              <a:solidFill>
                <a:srgbClr val="000000"/>
              </a:solidFill>
              <a:effectLst/>
              <a:uFillTx/>
              <a:latin typeface="Arial"/>
            </a:endParaRPr>
          </a:p>
        </p:txBody>
      </p:sp>
      <p:sp>
        <p:nvSpPr>
          <p:cNvPr id="164" name="PlaceHolder 2"/>
          <p:cNvSpPr>
            <a:spLocks noGrp="1"/>
          </p:cNvSpPr>
          <p:nvPr>
            <p:ph type="dt" idx="13"/>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165" name="PlaceHolder 3"/>
          <p:cNvSpPr>
            <a:spLocks noGrp="1"/>
          </p:cNvSpPr>
          <p:nvPr>
            <p:ph type="ftr" idx="14"/>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6" name="Freeform 11"/>
          <p:cNvSpPr/>
          <p:nvPr/>
        </p:nvSpPr>
        <p:spPr>
          <a:xfrm flipV="1">
            <a:off x="-3600" y="71280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7" name="PlaceHolder 4"/>
          <p:cNvSpPr>
            <a:spLocks noGrp="1"/>
          </p:cNvSpPr>
          <p:nvPr>
            <p:ph type="sldNum" idx="15"/>
          </p:nvPr>
        </p:nvSpPr>
        <p:spPr>
          <a:xfrm>
            <a:off x="531720" y="78768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ABD20A8F-D8EB-425A-A0CF-F2B859A6F1F0}"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68" name="Group 22"/>
          <p:cNvGrpSpPr/>
          <p:nvPr/>
        </p:nvGrpSpPr>
        <p:grpSpPr>
          <a:xfrm>
            <a:off x="0" y="228600"/>
            <a:ext cx="2850840" cy="6638040"/>
            <a:chOff x="0" y="228600"/>
            <a:chExt cx="2850840" cy="6638040"/>
          </a:xfrm>
        </p:grpSpPr>
        <p:sp>
          <p:nvSpPr>
            <p:cNvPr id="169"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0"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1"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2"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3"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4"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5"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6"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7"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8"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9"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0"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181" name="Group 9"/>
          <p:cNvGrpSpPr/>
          <p:nvPr/>
        </p:nvGrpSpPr>
        <p:grpSpPr>
          <a:xfrm>
            <a:off x="27360" y="-720"/>
            <a:ext cx="2355840" cy="6853320"/>
            <a:chOff x="27360" y="-720"/>
            <a:chExt cx="2355840" cy="6853320"/>
          </a:xfrm>
        </p:grpSpPr>
        <p:sp>
          <p:nvSpPr>
            <p:cNvPr id="182"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3"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4"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5"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6"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7"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8"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89"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0"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1"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2"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3"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194"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5" name="PlaceHolder 1"/>
          <p:cNvSpPr>
            <a:spLocks noGrp="1"/>
          </p:cNvSpPr>
          <p:nvPr>
            <p:ph type="dt" idx="16"/>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196" name="PlaceHolder 2"/>
          <p:cNvSpPr>
            <a:spLocks noGrp="1"/>
          </p:cNvSpPr>
          <p:nvPr>
            <p:ph type="ftr" idx="17"/>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97" name="Freeform 11"/>
          <p:cNvSpPr/>
          <p:nvPr/>
        </p:nvSpPr>
        <p:spPr>
          <a:xfrm flipV="1">
            <a:off x="-3600" y="71280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8" name="PlaceHolder 3"/>
          <p:cNvSpPr>
            <a:spLocks noGrp="1"/>
          </p:cNvSpPr>
          <p:nvPr>
            <p:ph type="sldNum" idx="18"/>
          </p:nvPr>
        </p:nvSpPr>
        <p:spPr>
          <a:xfrm>
            <a:off x="531720" y="78768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EB4427B7-AE57-423C-8DAD-133844ECE0C7}"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99" name="Group 22"/>
          <p:cNvGrpSpPr/>
          <p:nvPr/>
        </p:nvGrpSpPr>
        <p:grpSpPr>
          <a:xfrm>
            <a:off x="0" y="228600"/>
            <a:ext cx="2850840" cy="6638040"/>
            <a:chOff x="0" y="228600"/>
            <a:chExt cx="2850840" cy="6638040"/>
          </a:xfrm>
        </p:grpSpPr>
        <p:sp>
          <p:nvSpPr>
            <p:cNvPr id="200"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1"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2"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3"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4"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5"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6"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7"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8"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9"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0"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1"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212" name="Group 9"/>
          <p:cNvGrpSpPr/>
          <p:nvPr/>
        </p:nvGrpSpPr>
        <p:grpSpPr>
          <a:xfrm>
            <a:off x="27360" y="-720"/>
            <a:ext cx="2355840" cy="6853320"/>
            <a:chOff x="27360" y="-720"/>
            <a:chExt cx="2355840" cy="6853320"/>
          </a:xfrm>
        </p:grpSpPr>
        <p:sp>
          <p:nvSpPr>
            <p:cNvPr id="213"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4"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5"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6"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7"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8"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19"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0"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1"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2"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3"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4"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225"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26" name="PlaceHolder 1"/>
          <p:cNvSpPr>
            <a:spLocks noGrp="1"/>
          </p:cNvSpPr>
          <p:nvPr>
            <p:ph type="title"/>
          </p:nvPr>
        </p:nvSpPr>
        <p:spPr>
          <a:xfrm>
            <a:off x="2589120" y="446040"/>
            <a:ext cx="3504600" cy="975600"/>
          </a:xfrm>
          <a:prstGeom prst="rect">
            <a:avLst/>
          </a:prstGeom>
          <a:noFill/>
          <a:ln w="0">
            <a:noFill/>
          </a:ln>
        </p:spPr>
        <p:txBody>
          <a:bodyPr lIns="91440" rIns="91440" tIns="45720" bIns="45720" anchor="b">
            <a:noAutofit/>
          </a:bodyPr>
          <a:p>
            <a:pPr indent="0" defTabSz="457200">
              <a:lnSpc>
                <a:spcPct val="100000"/>
              </a:lnSpc>
              <a:buNone/>
              <a:tabLst>
                <a:tab algn="l" pos="0"/>
              </a:tabLst>
            </a:pPr>
            <a:r>
              <a:rPr b="0" lang="en-US" sz="2000" strike="noStrike" u="none">
                <a:solidFill>
                  <a:schemeClr val="dk1">
                    <a:lumMod val="85000"/>
                    <a:lumOff val="15000"/>
                  </a:schemeClr>
                </a:solidFill>
                <a:effectLst/>
                <a:uFillTx/>
                <a:latin typeface="Century Gothic"/>
              </a:rPr>
              <a:t>Click to edit Master title style</a:t>
            </a:r>
            <a:endParaRPr b="0" lang="en-US" sz="2000" strike="noStrike" u="none">
              <a:solidFill>
                <a:srgbClr val="000000"/>
              </a:solidFill>
              <a:effectLst/>
              <a:uFillTx/>
              <a:latin typeface="Arial"/>
            </a:endParaRPr>
          </a:p>
        </p:txBody>
      </p:sp>
      <p:sp>
        <p:nvSpPr>
          <p:cNvPr id="227" name="PlaceHolder 2"/>
          <p:cNvSpPr>
            <a:spLocks noGrp="1"/>
          </p:cNvSpPr>
          <p:nvPr>
            <p:ph type="body"/>
          </p:nvPr>
        </p:nvSpPr>
        <p:spPr>
          <a:xfrm>
            <a:off x="6323040" y="446040"/>
            <a:ext cx="5180760" cy="5414400"/>
          </a:xfrm>
          <a:prstGeom prst="rect">
            <a:avLst/>
          </a:prstGeom>
          <a:noFill/>
          <a:ln w="0">
            <a:noFill/>
          </a:ln>
        </p:spPr>
        <p:txBody>
          <a:bodyPr lIns="91440" rIns="91440" tIns="45720" bIns="45720" anchor="ctr">
            <a:norm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lumMod val="75000"/>
                    <a:lumOff val="25000"/>
                  </a:schemeClr>
                </a:solidFill>
                <a:effectLst/>
                <a:uFillTx/>
                <a:latin typeface="Century Gothic"/>
              </a:rPr>
              <a:t>Click to edit Master text styles</a:t>
            </a:r>
            <a:endParaRPr b="0" lang="en-US" sz="1800" strike="noStrike" u="none">
              <a:solidFill>
                <a:srgbClr val="000000"/>
              </a:solidFill>
              <a:effectLst/>
              <a:uFillTx/>
              <a:latin typeface="Arial"/>
            </a:endParaRPr>
          </a:p>
          <a:p>
            <a:pPr lvl="1" marL="743040" indent="-285840" defTabSz="457200">
              <a:lnSpc>
                <a:spcPct val="100000"/>
              </a:lnSpc>
              <a:spcBef>
                <a:spcPts val="1001"/>
              </a:spcBef>
              <a:buClr>
                <a:srgbClr val="a53010"/>
              </a:buClr>
              <a:buFont typeface="Wingdings 3" charset="2"/>
              <a:buChar char=""/>
            </a:pPr>
            <a:r>
              <a:rPr b="0" lang="en-US" sz="1600" strike="noStrike" u="none">
                <a:solidFill>
                  <a:schemeClr val="dk1">
                    <a:lumMod val="75000"/>
                    <a:lumOff val="25000"/>
                  </a:schemeClr>
                </a:solidFill>
                <a:effectLst/>
                <a:uFillTx/>
                <a:latin typeface="Century Gothic"/>
              </a:rPr>
              <a:t>Second level</a:t>
            </a:r>
            <a:endParaRPr b="0" lang="en-US" sz="1600" strike="noStrike" u="none">
              <a:solidFill>
                <a:srgbClr val="000000"/>
              </a:solidFill>
              <a:effectLst/>
              <a:uFillTx/>
              <a:latin typeface="Arial"/>
            </a:endParaRPr>
          </a:p>
          <a:p>
            <a:pPr lvl="2" marL="1143000" indent="-228600" defTabSz="457200">
              <a:lnSpc>
                <a:spcPct val="100000"/>
              </a:lnSpc>
              <a:spcBef>
                <a:spcPts val="1001"/>
              </a:spcBef>
              <a:buClr>
                <a:srgbClr val="a53010"/>
              </a:buClr>
              <a:buFont typeface="Wingdings 3" charset="2"/>
              <a:buChar char=""/>
            </a:pPr>
            <a:r>
              <a:rPr b="0" lang="en-US" sz="1400" strike="noStrike" u="none">
                <a:solidFill>
                  <a:schemeClr val="dk1">
                    <a:lumMod val="75000"/>
                    <a:lumOff val="25000"/>
                  </a:schemeClr>
                </a:solidFill>
                <a:effectLst/>
                <a:uFillTx/>
                <a:latin typeface="Century Gothic"/>
              </a:rPr>
              <a:t>Third level</a:t>
            </a:r>
            <a:endParaRPr b="0" lang="en-US" sz="1400" strike="noStrike" u="none">
              <a:solidFill>
                <a:srgbClr val="000000"/>
              </a:solidFill>
              <a:effectLst/>
              <a:uFillTx/>
              <a:latin typeface="Arial"/>
            </a:endParaRPr>
          </a:p>
          <a:p>
            <a:pPr lvl="3" marL="16002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Fourth level</a:t>
            </a:r>
            <a:endParaRPr b="0" lang="en-US" sz="1200" strike="noStrike" u="none">
              <a:solidFill>
                <a:srgbClr val="000000"/>
              </a:solidFill>
              <a:effectLst/>
              <a:uFillTx/>
              <a:latin typeface="Arial"/>
            </a:endParaRPr>
          </a:p>
          <a:p>
            <a:pPr lvl="4" marL="20574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Fifth level</a:t>
            </a:r>
            <a:endParaRPr b="0" lang="en-US" sz="1200" strike="noStrike" u="none">
              <a:solidFill>
                <a:srgbClr val="000000"/>
              </a:solidFill>
              <a:effectLst/>
              <a:uFillTx/>
              <a:latin typeface="Arial"/>
            </a:endParaRPr>
          </a:p>
        </p:txBody>
      </p:sp>
      <p:sp>
        <p:nvSpPr>
          <p:cNvPr id="228" name="PlaceHolder 3"/>
          <p:cNvSpPr>
            <a:spLocks noGrp="1"/>
          </p:cNvSpPr>
          <p:nvPr>
            <p:ph type="body"/>
          </p:nvPr>
        </p:nvSpPr>
        <p:spPr>
          <a:xfrm>
            <a:off x="2589120" y="1598760"/>
            <a:ext cx="3504600" cy="426168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1400" strike="noStrike" u="none">
                <a:solidFill>
                  <a:schemeClr val="dk1">
                    <a:lumMod val="75000"/>
                    <a:lumOff val="25000"/>
                  </a:schemeClr>
                </a:solidFill>
                <a:effectLst/>
                <a:uFillTx/>
                <a:latin typeface="Century Gothic"/>
              </a:rPr>
              <a:t>Click to edit Master text styles</a:t>
            </a:r>
            <a:endParaRPr b="0" lang="en-US" sz="1400" strike="noStrike" u="none">
              <a:solidFill>
                <a:srgbClr val="000000"/>
              </a:solidFill>
              <a:effectLst/>
              <a:uFillTx/>
              <a:latin typeface="Arial"/>
            </a:endParaRPr>
          </a:p>
        </p:txBody>
      </p:sp>
      <p:sp>
        <p:nvSpPr>
          <p:cNvPr id="229" name="PlaceHolder 4"/>
          <p:cNvSpPr>
            <a:spLocks noGrp="1"/>
          </p:cNvSpPr>
          <p:nvPr>
            <p:ph type="dt" idx="19"/>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230" name="PlaceHolder 5"/>
          <p:cNvSpPr>
            <a:spLocks noGrp="1"/>
          </p:cNvSpPr>
          <p:nvPr>
            <p:ph type="ftr" idx="20"/>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31" name="Freeform 11"/>
          <p:cNvSpPr/>
          <p:nvPr/>
        </p:nvSpPr>
        <p:spPr>
          <a:xfrm flipV="1">
            <a:off x="-3600" y="71280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2" name="PlaceHolder 6"/>
          <p:cNvSpPr>
            <a:spLocks noGrp="1"/>
          </p:cNvSpPr>
          <p:nvPr>
            <p:ph type="sldNum" idx="21"/>
          </p:nvPr>
        </p:nvSpPr>
        <p:spPr>
          <a:xfrm>
            <a:off x="531720" y="78768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ABA0B094-9A3A-4544-81DF-F56B777B8F07}"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33" name="Group 22"/>
          <p:cNvGrpSpPr/>
          <p:nvPr/>
        </p:nvGrpSpPr>
        <p:grpSpPr>
          <a:xfrm>
            <a:off x="0" y="228600"/>
            <a:ext cx="2850840" cy="6638040"/>
            <a:chOff x="0" y="228600"/>
            <a:chExt cx="2850840" cy="6638040"/>
          </a:xfrm>
        </p:grpSpPr>
        <p:sp>
          <p:nvSpPr>
            <p:cNvPr id="234"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5"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6"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7"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8"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9"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0"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1"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2"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3"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4"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5"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246" name="Group 9"/>
          <p:cNvGrpSpPr/>
          <p:nvPr/>
        </p:nvGrpSpPr>
        <p:grpSpPr>
          <a:xfrm>
            <a:off x="27360" y="-720"/>
            <a:ext cx="2355840" cy="6853320"/>
            <a:chOff x="27360" y="-720"/>
            <a:chExt cx="2355840" cy="6853320"/>
          </a:xfrm>
        </p:grpSpPr>
        <p:sp>
          <p:nvSpPr>
            <p:cNvPr id="247"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8"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9"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0"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1"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2"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3"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4"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5"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6"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7"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58"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259"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60" name="PlaceHolder 1"/>
          <p:cNvSpPr>
            <a:spLocks noGrp="1"/>
          </p:cNvSpPr>
          <p:nvPr>
            <p:ph type="title"/>
          </p:nvPr>
        </p:nvSpPr>
        <p:spPr>
          <a:xfrm>
            <a:off x="2589120" y="4800600"/>
            <a:ext cx="8914680" cy="565920"/>
          </a:xfrm>
          <a:prstGeom prst="rect">
            <a:avLst/>
          </a:prstGeom>
          <a:noFill/>
          <a:ln w="0">
            <a:noFill/>
          </a:ln>
        </p:spPr>
        <p:txBody>
          <a:bodyPr lIns="91440" rIns="91440" tIns="45720" bIns="45720" anchor="b">
            <a:normAutofit/>
          </a:bodyPr>
          <a:p>
            <a:pPr indent="0" defTabSz="457200">
              <a:lnSpc>
                <a:spcPct val="100000"/>
              </a:lnSpc>
              <a:buNone/>
              <a:tabLst>
                <a:tab algn="l" pos="0"/>
              </a:tabLst>
            </a:pPr>
            <a:r>
              <a:rPr b="0" lang="en-US" sz="2400" strike="noStrike" u="none">
                <a:solidFill>
                  <a:schemeClr val="dk1">
                    <a:lumMod val="85000"/>
                    <a:lumOff val="15000"/>
                  </a:schemeClr>
                </a:solidFill>
                <a:effectLst/>
                <a:uFillTx/>
                <a:latin typeface="Century Gothic"/>
              </a:rPr>
              <a:t>Click to edit Master title style</a:t>
            </a:r>
            <a:endParaRPr b="0" lang="en-US" sz="2400" strike="noStrike" u="none">
              <a:solidFill>
                <a:srgbClr val="000000"/>
              </a:solidFill>
              <a:effectLst/>
              <a:uFillTx/>
              <a:latin typeface="Arial"/>
            </a:endParaRPr>
          </a:p>
        </p:txBody>
      </p:sp>
      <p:sp>
        <p:nvSpPr>
          <p:cNvPr id="261" name="PlaceHolder 2"/>
          <p:cNvSpPr>
            <a:spLocks noGrp="1"/>
          </p:cNvSpPr>
          <p:nvPr>
            <p:ph type="body"/>
          </p:nvPr>
        </p:nvSpPr>
        <p:spPr>
          <a:xfrm>
            <a:off x="2589120" y="635040"/>
            <a:ext cx="8914680" cy="385416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b="0" lang="en-US" sz="1600" strike="noStrike" u="none">
                <a:solidFill>
                  <a:schemeClr val="dk1"/>
                </a:solidFill>
                <a:effectLst/>
                <a:uFillTx/>
                <a:latin typeface="Century Gothic"/>
              </a:rPr>
              <a:t>Click icon to add picture</a:t>
            </a:r>
            <a:endParaRPr b="0" lang="en-US" sz="1600" strike="noStrike" u="none">
              <a:solidFill>
                <a:srgbClr val="000000"/>
              </a:solidFill>
              <a:effectLst/>
              <a:uFillTx/>
              <a:latin typeface="Arial"/>
            </a:endParaRPr>
          </a:p>
        </p:txBody>
      </p:sp>
      <p:sp>
        <p:nvSpPr>
          <p:cNvPr id="262" name="PlaceHolder 3"/>
          <p:cNvSpPr>
            <a:spLocks noGrp="1"/>
          </p:cNvSpPr>
          <p:nvPr>
            <p:ph type="body"/>
          </p:nvPr>
        </p:nvSpPr>
        <p:spPr>
          <a:xfrm>
            <a:off x="2589120" y="5367240"/>
            <a:ext cx="8914680" cy="4928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200" strike="noStrike" u="none">
                <a:solidFill>
                  <a:schemeClr val="dk1">
                    <a:lumMod val="75000"/>
                    <a:lumOff val="25000"/>
                  </a:schemeClr>
                </a:solidFill>
                <a:effectLst/>
                <a:uFillTx/>
                <a:latin typeface="Century Gothic"/>
              </a:rPr>
              <a:t>Click to edit Master text styles</a:t>
            </a:r>
            <a:endParaRPr b="0" lang="en-US" sz="1200" strike="noStrike" u="none">
              <a:solidFill>
                <a:srgbClr val="000000"/>
              </a:solidFill>
              <a:effectLst/>
              <a:uFillTx/>
              <a:latin typeface="Arial"/>
            </a:endParaRPr>
          </a:p>
        </p:txBody>
      </p:sp>
      <p:sp>
        <p:nvSpPr>
          <p:cNvPr id="263" name="PlaceHolder 4"/>
          <p:cNvSpPr>
            <a:spLocks noGrp="1"/>
          </p:cNvSpPr>
          <p:nvPr>
            <p:ph type="dt" idx="22"/>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264" name="PlaceHolder 5"/>
          <p:cNvSpPr>
            <a:spLocks noGrp="1"/>
          </p:cNvSpPr>
          <p:nvPr>
            <p:ph type="ftr" idx="23"/>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65" name="Freeform 11"/>
          <p:cNvSpPr/>
          <p:nvPr/>
        </p:nvSpPr>
        <p:spPr>
          <a:xfrm flipV="1">
            <a:off x="-3600" y="491112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66" name="PlaceHolder 6"/>
          <p:cNvSpPr>
            <a:spLocks noGrp="1"/>
          </p:cNvSpPr>
          <p:nvPr>
            <p:ph type="sldNum" idx="24"/>
          </p:nvPr>
        </p:nvSpPr>
        <p:spPr>
          <a:xfrm>
            <a:off x="531720" y="498312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39D43763-06DE-4EE8-846B-6533F15C4EC3}"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67" name="Group 22"/>
          <p:cNvGrpSpPr/>
          <p:nvPr/>
        </p:nvGrpSpPr>
        <p:grpSpPr>
          <a:xfrm>
            <a:off x="0" y="228600"/>
            <a:ext cx="2850840" cy="6638040"/>
            <a:chOff x="0" y="228600"/>
            <a:chExt cx="2850840" cy="6638040"/>
          </a:xfrm>
        </p:grpSpPr>
        <p:sp>
          <p:nvSpPr>
            <p:cNvPr id="268"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69"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0"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1"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2"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3"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4"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5"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6"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7"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8"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79"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280" name="Group 9"/>
          <p:cNvGrpSpPr/>
          <p:nvPr/>
        </p:nvGrpSpPr>
        <p:grpSpPr>
          <a:xfrm>
            <a:off x="27360" y="-720"/>
            <a:ext cx="2355840" cy="6853320"/>
            <a:chOff x="27360" y="-720"/>
            <a:chExt cx="2355840" cy="6853320"/>
          </a:xfrm>
        </p:grpSpPr>
        <p:sp>
          <p:nvSpPr>
            <p:cNvPr id="281"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2"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3"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4"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5"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6"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7"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8"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89"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90"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91"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92"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293"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94" name="PlaceHolder 1"/>
          <p:cNvSpPr>
            <a:spLocks noGrp="1"/>
          </p:cNvSpPr>
          <p:nvPr>
            <p:ph type="title"/>
          </p:nvPr>
        </p:nvSpPr>
        <p:spPr>
          <a:xfrm>
            <a:off x="2589120" y="2514600"/>
            <a:ext cx="8914680" cy="2262240"/>
          </a:xfrm>
          <a:prstGeom prst="rect">
            <a:avLst/>
          </a:prstGeom>
          <a:noFill/>
          <a:ln w="0">
            <a:noFill/>
          </a:ln>
        </p:spPr>
        <p:txBody>
          <a:bodyPr lIns="91440" rIns="91440" tIns="45720" bIns="45720" anchor="b">
            <a:normAutofit/>
          </a:bodyPr>
          <a:p>
            <a:pPr indent="0" defTabSz="457200">
              <a:lnSpc>
                <a:spcPct val="100000"/>
              </a:lnSpc>
              <a:buNone/>
              <a:tabLst>
                <a:tab algn="l" pos="0"/>
              </a:tabLst>
            </a:pPr>
            <a:r>
              <a:rPr b="0" lang="en-US" sz="5400" strike="noStrike" u="none">
                <a:solidFill>
                  <a:schemeClr val="dk1">
                    <a:lumMod val="85000"/>
                    <a:lumOff val="15000"/>
                  </a:schemeClr>
                </a:solidFill>
                <a:effectLst/>
                <a:uFillTx/>
                <a:latin typeface="Century Gothic"/>
              </a:rPr>
              <a:t>Click to edit Master title style</a:t>
            </a:r>
            <a:endParaRPr b="0" lang="en-US" sz="5400" strike="noStrike" u="none">
              <a:solidFill>
                <a:srgbClr val="000000"/>
              </a:solidFill>
              <a:effectLst/>
              <a:uFillTx/>
              <a:latin typeface="Arial"/>
            </a:endParaRPr>
          </a:p>
        </p:txBody>
      </p:sp>
      <p:sp>
        <p:nvSpPr>
          <p:cNvPr id="295" name="PlaceHolder 2"/>
          <p:cNvSpPr>
            <a:spLocks noGrp="1"/>
          </p:cNvSpPr>
          <p:nvPr>
            <p:ph type="dt" idx="25"/>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296" name="PlaceHolder 3"/>
          <p:cNvSpPr>
            <a:spLocks noGrp="1"/>
          </p:cNvSpPr>
          <p:nvPr>
            <p:ph type="ftr" idx="26"/>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97" name="Freeform 6"/>
          <p:cNvSpPr/>
          <p:nvPr/>
        </p:nvSpPr>
        <p:spPr>
          <a:xfrm>
            <a:off x="0" y="4323960"/>
            <a:ext cx="1743840" cy="777960"/>
          </a:xfrm>
          <a:custGeom>
            <a:avLst/>
            <a:gdLst>
              <a:gd name="textAreaLeft" fmla="*/ 0 w 1743840"/>
              <a:gd name="textAreaRight" fmla="*/ 1744560 w 1743840"/>
              <a:gd name="textAreaTop" fmla="*/ 0 h 777960"/>
              <a:gd name="textAreaBottom" fmla="*/ 778680 h 777960"/>
            </a:gdLst>
            <a:ahLst/>
            <a:cxnLst/>
            <a:rect l="textAreaLeft" t="textAreaTop" r="textAreaRight" b="textAreaBottom"/>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98" name="PlaceHolder 4"/>
          <p:cNvSpPr>
            <a:spLocks noGrp="1"/>
          </p:cNvSpPr>
          <p:nvPr>
            <p:ph type="sldNum" idx="27"/>
          </p:nvPr>
        </p:nvSpPr>
        <p:spPr>
          <a:xfrm>
            <a:off x="531720" y="452952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8F069CD4-F4BB-44E3-8B28-C2C758AC0F05}"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
        <p:nvSpPr>
          <p:cNvPr id="299"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chemeClr val="dk1">
                    <a:lumMod val="75000"/>
                    <a:lumOff val="25000"/>
                  </a:schemeClr>
                </a:solidFill>
                <a:effectLst/>
                <a:uFillTx/>
                <a:latin typeface="Century Gothic"/>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400" strike="noStrike" u="none">
                <a:solidFill>
                  <a:schemeClr val="dk1">
                    <a:lumMod val="75000"/>
                    <a:lumOff val="25000"/>
                  </a:schemeClr>
                </a:solidFill>
                <a:effectLst/>
                <a:uFillTx/>
                <a:latin typeface="Century Gothic"/>
              </a:rPr>
              <a:t>Second Outline Level</a:t>
            </a:r>
            <a:endParaRPr b="0" lang="en-US" sz="1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200" strike="noStrike" u="none">
                <a:solidFill>
                  <a:schemeClr val="dk1">
                    <a:lumMod val="75000"/>
                    <a:lumOff val="25000"/>
                  </a:schemeClr>
                </a:solidFill>
                <a:effectLst/>
                <a:uFillTx/>
                <a:latin typeface="Century Gothic"/>
              </a:rPr>
              <a:t>Third Outline Level</a:t>
            </a:r>
            <a:endParaRPr b="0" lang="en-US" sz="1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200" strike="noStrike" u="none">
                <a:solidFill>
                  <a:schemeClr val="dk1">
                    <a:lumMod val="75000"/>
                    <a:lumOff val="25000"/>
                  </a:schemeClr>
                </a:solidFill>
                <a:effectLst/>
                <a:uFillTx/>
                <a:latin typeface="Century Gothic"/>
              </a:rPr>
              <a:t>Fourth Outline Level</a:t>
            </a:r>
            <a:endParaRPr b="0" lang="en-US" sz="1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lumMod val="75000"/>
                    <a:lumOff val="25000"/>
                  </a:schemeClr>
                </a:solidFill>
                <a:effectLst/>
                <a:uFillTx/>
                <a:latin typeface="Century Gothic"/>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lumMod val="75000"/>
                    <a:lumOff val="25000"/>
                  </a:schemeClr>
                </a:solidFill>
                <a:effectLst/>
                <a:uFillTx/>
                <a:latin typeface="Century Gothic"/>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lumMod val="75000"/>
                    <a:lumOff val="25000"/>
                  </a:schemeClr>
                </a:solidFill>
                <a:effectLst/>
                <a:uFillTx/>
                <a:latin typeface="Century Gothic"/>
              </a:rPr>
              <a:t>Seventh Outline Level</a:t>
            </a:r>
            <a:endParaRPr b="0" lang="en-U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00" name="Group 22"/>
          <p:cNvGrpSpPr/>
          <p:nvPr/>
        </p:nvGrpSpPr>
        <p:grpSpPr>
          <a:xfrm>
            <a:off x="0" y="228600"/>
            <a:ext cx="2850840" cy="6638040"/>
            <a:chOff x="0" y="228600"/>
            <a:chExt cx="2850840" cy="6638040"/>
          </a:xfrm>
        </p:grpSpPr>
        <p:sp>
          <p:nvSpPr>
            <p:cNvPr id="301"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2"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3"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4"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5"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6"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7"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8"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9"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0"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1"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2"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313" name="Group 9"/>
          <p:cNvGrpSpPr/>
          <p:nvPr/>
        </p:nvGrpSpPr>
        <p:grpSpPr>
          <a:xfrm>
            <a:off x="27360" y="-720"/>
            <a:ext cx="2355840" cy="6853320"/>
            <a:chOff x="27360" y="-720"/>
            <a:chExt cx="2355840" cy="6853320"/>
          </a:xfrm>
        </p:grpSpPr>
        <p:sp>
          <p:nvSpPr>
            <p:cNvPr id="314"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5"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6"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7"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8"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9"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0"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1"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2"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3"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4"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5"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326"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7" name="PlaceHolder 1"/>
          <p:cNvSpPr>
            <a:spLocks noGrp="1"/>
          </p:cNvSpPr>
          <p:nvPr>
            <p:ph type="title"/>
          </p:nvPr>
        </p:nvSpPr>
        <p:spPr>
          <a:xfrm>
            <a:off x="2589120" y="609480"/>
            <a:ext cx="8914680" cy="31161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b="0" lang="en-US" sz="4800" strike="noStrike" u="none">
                <a:solidFill>
                  <a:schemeClr val="dk1">
                    <a:lumMod val="85000"/>
                    <a:lumOff val="15000"/>
                  </a:schemeClr>
                </a:solidFill>
                <a:effectLst/>
                <a:uFillTx/>
                <a:latin typeface="Century Gothic"/>
              </a:rPr>
              <a:t>Click to edit Master title style</a:t>
            </a:r>
            <a:endParaRPr b="0" lang="en-US" sz="4800" strike="noStrike" u="none">
              <a:solidFill>
                <a:srgbClr val="000000"/>
              </a:solidFill>
              <a:effectLst/>
              <a:uFillTx/>
              <a:latin typeface="Arial"/>
            </a:endParaRPr>
          </a:p>
        </p:txBody>
      </p:sp>
      <p:sp>
        <p:nvSpPr>
          <p:cNvPr id="328" name="PlaceHolder 2"/>
          <p:cNvSpPr>
            <a:spLocks noGrp="1"/>
          </p:cNvSpPr>
          <p:nvPr>
            <p:ph type="body"/>
          </p:nvPr>
        </p:nvSpPr>
        <p:spPr>
          <a:xfrm>
            <a:off x="2589120" y="4354200"/>
            <a:ext cx="8914680" cy="15552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trike="noStrike" u="none">
                <a:solidFill>
                  <a:schemeClr val="dk1">
                    <a:lumMod val="65000"/>
                    <a:lumOff val="35000"/>
                  </a:schemeClr>
                </a:solidFill>
                <a:effectLst/>
                <a:uFillTx/>
                <a:latin typeface="Century Gothic"/>
              </a:rPr>
              <a:t>Click to edit Master text styles</a:t>
            </a:r>
            <a:endParaRPr b="0" lang="en-US" sz="1800" strike="noStrike" u="none">
              <a:solidFill>
                <a:srgbClr val="000000"/>
              </a:solidFill>
              <a:effectLst/>
              <a:uFillTx/>
              <a:latin typeface="Arial"/>
            </a:endParaRPr>
          </a:p>
        </p:txBody>
      </p:sp>
      <p:sp>
        <p:nvSpPr>
          <p:cNvPr id="329" name="PlaceHolder 3"/>
          <p:cNvSpPr>
            <a:spLocks noGrp="1"/>
          </p:cNvSpPr>
          <p:nvPr>
            <p:ph type="dt" idx="28"/>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330" name="PlaceHolder 4"/>
          <p:cNvSpPr>
            <a:spLocks noGrp="1"/>
          </p:cNvSpPr>
          <p:nvPr>
            <p:ph type="ftr" idx="29"/>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31" name="Freeform 11"/>
          <p:cNvSpPr/>
          <p:nvPr/>
        </p:nvSpPr>
        <p:spPr>
          <a:xfrm flipV="1">
            <a:off x="-3600" y="317736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2" name="PlaceHolder 5"/>
          <p:cNvSpPr>
            <a:spLocks noGrp="1"/>
          </p:cNvSpPr>
          <p:nvPr>
            <p:ph type="sldNum" idx="30"/>
          </p:nvPr>
        </p:nvSpPr>
        <p:spPr>
          <a:xfrm>
            <a:off x="531720" y="324396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17EB94DD-F161-424F-80FA-1787CA4153EE}"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33" name="Group 22"/>
          <p:cNvGrpSpPr/>
          <p:nvPr/>
        </p:nvGrpSpPr>
        <p:grpSpPr>
          <a:xfrm>
            <a:off x="0" y="228600"/>
            <a:ext cx="2850840" cy="6638040"/>
            <a:chOff x="0" y="228600"/>
            <a:chExt cx="2850840" cy="6638040"/>
          </a:xfrm>
        </p:grpSpPr>
        <p:sp>
          <p:nvSpPr>
            <p:cNvPr id="334"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5"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6"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7"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8"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9"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0"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1"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2"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3"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4"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5"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346" name="Group 9"/>
          <p:cNvGrpSpPr/>
          <p:nvPr/>
        </p:nvGrpSpPr>
        <p:grpSpPr>
          <a:xfrm>
            <a:off x="27360" y="-720"/>
            <a:ext cx="2355840" cy="6853320"/>
            <a:chOff x="27360" y="-720"/>
            <a:chExt cx="2355840" cy="6853320"/>
          </a:xfrm>
        </p:grpSpPr>
        <p:sp>
          <p:nvSpPr>
            <p:cNvPr id="347"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8"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9"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0"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1"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2"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3"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4"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5"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6"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7"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8"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359"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60" name="PlaceHolder 1"/>
          <p:cNvSpPr>
            <a:spLocks noGrp="1"/>
          </p:cNvSpPr>
          <p:nvPr>
            <p:ph type="title"/>
          </p:nvPr>
        </p:nvSpPr>
        <p:spPr>
          <a:xfrm>
            <a:off x="2850120" y="609480"/>
            <a:ext cx="8393040" cy="28947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b="0" lang="en-US" sz="4800" strike="noStrike" u="none">
                <a:solidFill>
                  <a:schemeClr val="dk1">
                    <a:lumMod val="85000"/>
                    <a:lumOff val="15000"/>
                  </a:schemeClr>
                </a:solidFill>
                <a:effectLst/>
                <a:uFillTx/>
                <a:latin typeface="Century Gothic"/>
              </a:rPr>
              <a:t>Click to edit Master title style</a:t>
            </a:r>
            <a:endParaRPr b="0" lang="en-US" sz="4800" strike="noStrike" u="none">
              <a:solidFill>
                <a:srgbClr val="000000"/>
              </a:solidFill>
              <a:effectLst/>
              <a:uFillTx/>
              <a:latin typeface="Arial"/>
            </a:endParaRPr>
          </a:p>
        </p:txBody>
      </p:sp>
      <p:sp>
        <p:nvSpPr>
          <p:cNvPr id="361" name="PlaceHolder 2"/>
          <p:cNvSpPr>
            <a:spLocks noGrp="1"/>
          </p:cNvSpPr>
          <p:nvPr>
            <p:ph type="body"/>
          </p:nvPr>
        </p:nvSpPr>
        <p:spPr>
          <a:xfrm>
            <a:off x="3274920" y="3505320"/>
            <a:ext cx="7535880" cy="38016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b="0" lang="en-US" sz="1600" strike="noStrike" u="none">
                <a:solidFill>
                  <a:schemeClr val="dk1">
                    <a:lumMod val="50000"/>
                    <a:lumOff val="50000"/>
                  </a:schemeClr>
                </a:solidFill>
                <a:effectLst/>
                <a:uFillTx/>
                <a:latin typeface="Century Gothic"/>
              </a:rPr>
              <a:t>Click to edit Master text styles</a:t>
            </a:r>
            <a:endParaRPr b="0" lang="en-US" sz="1600" strike="noStrike" u="none">
              <a:solidFill>
                <a:srgbClr val="000000"/>
              </a:solidFill>
              <a:effectLst/>
              <a:uFillTx/>
              <a:latin typeface="Arial"/>
            </a:endParaRPr>
          </a:p>
        </p:txBody>
      </p:sp>
      <p:sp>
        <p:nvSpPr>
          <p:cNvPr id="362" name="PlaceHolder 3"/>
          <p:cNvSpPr>
            <a:spLocks noGrp="1"/>
          </p:cNvSpPr>
          <p:nvPr>
            <p:ph type="body"/>
          </p:nvPr>
        </p:nvSpPr>
        <p:spPr>
          <a:xfrm>
            <a:off x="2589120" y="4354200"/>
            <a:ext cx="8914680" cy="15552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trike="noStrike" u="none">
                <a:solidFill>
                  <a:schemeClr val="dk1">
                    <a:lumMod val="65000"/>
                    <a:lumOff val="35000"/>
                  </a:schemeClr>
                </a:solidFill>
                <a:effectLst/>
                <a:uFillTx/>
                <a:latin typeface="Century Gothic"/>
              </a:rPr>
              <a:t>Click to edit Master text styles</a:t>
            </a:r>
            <a:endParaRPr b="0" lang="en-US" sz="1800" strike="noStrike" u="none">
              <a:solidFill>
                <a:srgbClr val="000000"/>
              </a:solidFill>
              <a:effectLst/>
              <a:uFillTx/>
              <a:latin typeface="Arial"/>
            </a:endParaRPr>
          </a:p>
        </p:txBody>
      </p:sp>
      <p:sp>
        <p:nvSpPr>
          <p:cNvPr id="363" name="PlaceHolder 4"/>
          <p:cNvSpPr>
            <a:spLocks noGrp="1"/>
          </p:cNvSpPr>
          <p:nvPr>
            <p:ph type="dt" idx="31"/>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364" name="PlaceHolder 5"/>
          <p:cNvSpPr>
            <a:spLocks noGrp="1"/>
          </p:cNvSpPr>
          <p:nvPr>
            <p:ph type="ftr" idx="32"/>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65" name="Freeform 11"/>
          <p:cNvSpPr/>
          <p:nvPr/>
        </p:nvSpPr>
        <p:spPr>
          <a:xfrm flipV="1">
            <a:off x="-3600" y="317736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66" name="PlaceHolder 6"/>
          <p:cNvSpPr>
            <a:spLocks noGrp="1"/>
          </p:cNvSpPr>
          <p:nvPr>
            <p:ph type="sldNum" idx="33"/>
          </p:nvPr>
        </p:nvSpPr>
        <p:spPr>
          <a:xfrm>
            <a:off x="531720" y="324396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E8A787EC-9F3A-4747-85FE-07FB36FEEA82}"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
        <p:nvSpPr>
          <p:cNvPr id="367" name="TextBox 13"/>
          <p:cNvSpPr/>
          <p:nvPr/>
        </p:nvSpPr>
        <p:spPr>
          <a:xfrm>
            <a:off x="2467800" y="64800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b="0" lang="en-US" sz="8000" strike="noStrike" u="none">
                <a:solidFill>
                  <a:schemeClr val="accent1"/>
                </a:solidFill>
                <a:effectLst/>
                <a:uFillTx/>
                <a:latin typeface="Arial"/>
              </a:rPr>
              <a:t>“</a:t>
            </a:r>
            <a:endParaRPr b="0" lang="en-US" sz="8000" strike="noStrike" u="none">
              <a:solidFill>
                <a:srgbClr val="000000"/>
              </a:solidFill>
              <a:effectLst/>
              <a:uFillTx/>
              <a:latin typeface="Arial"/>
            </a:endParaRPr>
          </a:p>
        </p:txBody>
      </p:sp>
      <p:sp>
        <p:nvSpPr>
          <p:cNvPr id="368" name="TextBox 14"/>
          <p:cNvSpPr/>
          <p:nvPr/>
        </p:nvSpPr>
        <p:spPr>
          <a:xfrm>
            <a:off x="11115000" y="290520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b="0" lang="en-US" sz="8000" strike="noStrike" u="none">
                <a:solidFill>
                  <a:schemeClr val="accent1"/>
                </a:solidFill>
                <a:effectLst/>
                <a:uFillTx/>
                <a:latin typeface="Arial"/>
              </a:rPr>
              <a:t>”</a:t>
            </a:r>
            <a:endParaRPr b="0" lang="en-US" sz="80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69" name="Group 22"/>
          <p:cNvGrpSpPr/>
          <p:nvPr/>
        </p:nvGrpSpPr>
        <p:grpSpPr>
          <a:xfrm>
            <a:off x="0" y="228600"/>
            <a:ext cx="2850840" cy="6638040"/>
            <a:chOff x="0" y="228600"/>
            <a:chExt cx="2850840" cy="6638040"/>
          </a:xfrm>
        </p:grpSpPr>
        <p:sp>
          <p:nvSpPr>
            <p:cNvPr id="370"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1"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2"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3"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4"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5"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6"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7"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8"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79"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0"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1"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382" name="Group 9"/>
          <p:cNvGrpSpPr/>
          <p:nvPr/>
        </p:nvGrpSpPr>
        <p:grpSpPr>
          <a:xfrm>
            <a:off x="27360" y="-720"/>
            <a:ext cx="2355840" cy="6853320"/>
            <a:chOff x="27360" y="-720"/>
            <a:chExt cx="2355840" cy="6853320"/>
          </a:xfrm>
        </p:grpSpPr>
        <p:sp>
          <p:nvSpPr>
            <p:cNvPr id="383"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4"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5"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6"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7"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8"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89"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0"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1"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2"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3"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4"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395"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96" name="PlaceHolder 1"/>
          <p:cNvSpPr>
            <a:spLocks noGrp="1"/>
          </p:cNvSpPr>
          <p:nvPr>
            <p:ph type="title"/>
          </p:nvPr>
        </p:nvSpPr>
        <p:spPr>
          <a:xfrm>
            <a:off x="2589120" y="2438280"/>
            <a:ext cx="8914680" cy="2724120"/>
          </a:xfrm>
          <a:prstGeom prst="rect">
            <a:avLst/>
          </a:prstGeom>
          <a:noFill/>
          <a:ln w="0">
            <a:noFill/>
          </a:ln>
        </p:spPr>
        <p:txBody>
          <a:bodyPr lIns="91440" rIns="91440" tIns="45720" bIns="45720" anchor="b">
            <a:normAutofit/>
          </a:bodyPr>
          <a:p>
            <a:pPr indent="0" defTabSz="457200">
              <a:lnSpc>
                <a:spcPct val="100000"/>
              </a:lnSpc>
              <a:buNone/>
              <a:tabLst>
                <a:tab algn="l" pos="0"/>
              </a:tabLst>
            </a:pPr>
            <a:r>
              <a:rPr b="0" lang="en-US" sz="4800" strike="noStrike" u="none">
                <a:solidFill>
                  <a:schemeClr val="dk1">
                    <a:lumMod val="85000"/>
                    <a:lumOff val="15000"/>
                  </a:schemeClr>
                </a:solidFill>
                <a:effectLst/>
                <a:uFillTx/>
                <a:latin typeface="Century Gothic"/>
              </a:rPr>
              <a:t>Click to edit Master title style</a:t>
            </a:r>
            <a:endParaRPr b="0" lang="en-US" sz="4800" strike="noStrike" u="none">
              <a:solidFill>
                <a:srgbClr val="000000"/>
              </a:solidFill>
              <a:effectLst/>
              <a:uFillTx/>
              <a:latin typeface="Arial"/>
            </a:endParaRPr>
          </a:p>
        </p:txBody>
      </p:sp>
      <p:sp>
        <p:nvSpPr>
          <p:cNvPr id="397" name="PlaceHolder 2"/>
          <p:cNvSpPr>
            <a:spLocks noGrp="1"/>
          </p:cNvSpPr>
          <p:nvPr>
            <p:ph type="body"/>
          </p:nvPr>
        </p:nvSpPr>
        <p:spPr>
          <a:xfrm>
            <a:off x="2589120" y="5181480"/>
            <a:ext cx="8914680" cy="7290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trike="noStrike" u="none">
                <a:solidFill>
                  <a:schemeClr val="dk1">
                    <a:lumMod val="65000"/>
                    <a:lumOff val="35000"/>
                  </a:schemeClr>
                </a:solidFill>
                <a:effectLst/>
                <a:uFillTx/>
                <a:latin typeface="Century Gothic"/>
              </a:rPr>
              <a:t>Click to edit Master text styles</a:t>
            </a:r>
            <a:endParaRPr b="0" lang="en-US" sz="1800" strike="noStrike" u="none">
              <a:solidFill>
                <a:srgbClr val="000000"/>
              </a:solidFill>
              <a:effectLst/>
              <a:uFillTx/>
              <a:latin typeface="Arial"/>
            </a:endParaRPr>
          </a:p>
        </p:txBody>
      </p:sp>
      <p:sp>
        <p:nvSpPr>
          <p:cNvPr id="398" name="PlaceHolder 3"/>
          <p:cNvSpPr>
            <a:spLocks noGrp="1"/>
          </p:cNvSpPr>
          <p:nvPr>
            <p:ph type="dt" idx="34"/>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399" name="PlaceHolder 4"/>
          <p:cNvSpPr>
            <a:spLocks noGrp="1"/>
          </p:cNvSpPr>
          <p:nvPr>
            <p:ph type="ftr" idx="35"/>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00" name="Freeform 11"/>
          <p:cNvSpPr/>
          <p:nvPr/>
        </p:nvSpPr>
        <p:spPr>
          <a:xfrm flipV="1">
            <a:off x="-3600" y="491112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1" name="PlaceHolder 5"/>
          <p:cNvSpPr>
            <a:spLocks noGrp="1"/>
          </p:cNvSpPr>
          <p:nvPr>
            <p:ph type="sldNum" idx="36"/>
          </p:nvPr>
        </p:nvSpPr>
        <p:spPr>
          <a:xfrm>
            <a:off x="531720" y="498312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DF3D48D6-8333-4180-9982-FA6AC32B973A}"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02" name="Group 22"/>
          <p:cNvGrpSpPr/>
          <p:nvPr/>
        </p:nvGrpSpPr>
        <p:grpSpPr>
          <a:xfrm>
            <a:off x="0" y="228600"/>
            <a:ext cx="2850840" cy="6638040"/>
            <a:chOff x="0" y="228600"/>
            <a:chExt cx="2850840" cy="6638040"/>
          </a:xfrm>
        </p:grpSpPr>
        <p:sp>
          <p:nvSpPr>
            <p:cNvPr id="403"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4"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5"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6"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7"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8"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09"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0"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1"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2"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3"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4"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415" name="Group 9"/>
          <p:cNvGrpSpPr/>
          <p:nvPr/>
        </p:nvGrpSpPr>
        <p:grpSpPr>
          <a:xfrm>
            <a:off x="27360" y="-720"/>
            <a:ext cx="2355840" cy="6853320"/>
            <a:chOff x="27360" y="-720"/>
            <a:chExt cx="2355840" cy="6853320"/>
          </a:xfrm>
        </p:grpSpPr>
        <p:sp>
          <p:nvSpPr>
            <p:cNvPr id="416"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7"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8"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19"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0"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1"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2"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3"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4"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5"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6"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7"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428"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29" name="PlaceHolder 1"/>
          <p:cNvSpPr>
            <a:spLocks noGrp="1"/>
          </p:cNvSpPr>
          <p:nvPr>
            <p:ph type="title"/>
          </p:nvPr>
        </p:nvSpPr>
        <p:spPr>
          <a:xfrm>
            <a:off x="2850120" y="609480"/>
            <a:ext cx="8393040" cy="28947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b="0" lang="en-US" sz="4800" strike="noStrike" u="none">
                <a:solidFill>
                  <a:schemeClr val="dk1">
                    <a:lumMod val="85000"/>
                    <a:lumOff val="15000"/>
                  </a:schemeClr>
                </a:solidFill>
                <a:effectLst/>
                <a:uFillTx/>
                <a:latin typeface="Century Gothic"/>
              </a:rPr>
              <a:t>Click to edit Master title style</a:t>
            </a:r>
            <a:endParaRPr b="0" lang="en-US" sz="4800" strike="noStrike" u="none">
              <a:solidFill>
                <a:srgbClr val="000000"/>
              </a:solidFill>
              <a:effectLst/>
              <a:uFillTx/>
              <a:latin typeface="Arial"/>
            </a:endParaRPr>
          </a:p>
        </p:txBody>
      </p:sp>
      <p:sp>
        <p:nvSpPr>
          <p:cNvPr id="430" name="PlaceHolder 2"/>
          <p:cNvSpPr>
            <a:spLocks noGrp="1"/>
          </p:cNvSpPr>
          <p:nvPr>
            <p:ph type="body"/>
          </p:nvPr>
        </p:nvSpPr>
        <p:spPr>
          <a:xfrm>
            <a:off x="2589120" y="4343400"/>
            <a:ext cx="8914680" cy="83736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trike="noStrike" u="none">
                <a:solidFill>
                  <a:schemeClr val="accent1"/>
                </a:solidFill>
                <a:effectLst/>
                <a:uFillTx/>
                <a:latin typeface="Century Gothic"/>
              </a:rPr>
              <a:t>Click to edit Master text styles</a:t>
            </a:r>
            <a:endParaRPr b="0" lang="en-US" sz="2400" strike="noStrike" u="none">
              <a:solidFill>
                <a:srgbClr val="000000"/>
              </a:solidFill>
              <a:effectLst/>
              <a:uFillTx/>
              <a:latin typeface="Arial"/>
            </a:endParaRPr>
          </a:p>
        </p:txBody>
      </p:sp>
      <p:sp>
        <p:nvSpPr>
          <p:cNvPr id="431" name="PlaceHolder 3"/>
          <p:cNvSpPr>
            <a:spLocks noGrp="1"/>
          </p:cNvSpPr>
          <p:nvPr>
            <p:ph type="body"/>
          </p:nvPr>
        </p:nvSpPr>
        <p:spPr>
          <a:xfrm>
            <a:off x="2589120" y="5181480"/>
            <a:ext cx="8914680" cy="7290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trike="noStrike" u="none">
                <a:solidFill>
                  <a:schemeClr val="dk1">
                    <a:lumMod val="65000"/>
                    <a:lumOff val="35000"/>
                  </a:schemeClr>
                </a:solidFill>
                <a:effectLst/>
                <a:uFillTx/>
                <a:latin typeface="Century Gothic"/>
              </a:rPr>
              <a:t>Click to edit Master text styles</a:t>
            </a:r>
            <a:endParaRPr b="0" lang="en-US" sz="1800" strike="noStrike" u="none">
              <a:solidFill>
                <a:srgbClr val="000000"/>
              </a:solidFill>
              <a:effectLst/>
              <a:uFillTx/>
              <a:latin typeface="Arial"/>
            </a:endParaRPr>
          </a:p>
        </p:txBody>
      </p:sp>
      <p:sp>
        <p:nvSpPr>
          <p:cNvPr id="432" name="PlaceHolder 4"/>
          <p:cNvSpPr>
            <a:spLocks noGrp="1"/>
          </p:cNvSpPr>
          <p:nvPr>
            <p:ph type="dt" idx="37"/>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433" name="PlaceHolder 5"/>
          <p:cNvSpPr>
            <a:spLocks noGrp="1"/>
          </p:cNvSpPr>
          <p:nvPr>
            <p:ph type="ftr" idx="38"/>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34" name="Freeform 11"/>
          <p:cNvSpPr/>
          <p:nvPr/>
        </p:nvSpPr>
        <p:spPr>
          <a:xfrm flipV="1">
            <a:off x="-3600" y="491112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35" name="PlaceHolder 6"/>
          <p:cNvSpPr>
            <a:spLocks noGrp="1"/>
          </p:cNvSpPr>
          <p:nvPr>
            <p:ph type="sldNum" idx="39"/>
          </p:nvPr>
        </p:nvSpPr>
        <p:spPr>
          <a:xfrm>
            <a:off x="531720" y="498312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09DBF30D-C4E3-4B34-B887-8726F8D3B50D}"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
        <p:nvSpPr>
          <p:cNvPr id="436" name="TextBox 16"/>
          <p:cNvSpPr/>
          <p:nvPr/>
        </p:nvSpPr>
        <p:spPr>
          <a:xfrm>
            <a:off x="2467800" y="64800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b="0" lang="en-US" sz="8000" strike="noStrike" u="none">
                <a:solidFill>
                  <a:schemeClr val="accent1"/>
                </a:solidFill>
                <a:effectLst/>
                <a:uFillTx/>
                <a:latin typeface="Arial"/>
              </a:rPr>
              <a:t>“</a:t>
            </a:r>
            <a:endParaRPr b="0" lang="en-US" sz="8000" strike="noStrike" u="none">
              <a:solidFill>
                <a:srgbClr val="000000"/>
              </a:solidFill>
              <a:effectLst/>
              <a:uFillTx/>
              <a:latin typeface="Arial"/>
            </a:endParaRPr>
          </a:p>
        </p:txBody>
      </p:sp>
      <p:sp>
        <p:nvSpPr>
          <p:cNvPr id="437" name="TextBox 17"/>
          <p:cNvSpPr/>
          <p:nvPr/>
        </p:nvSpPr>
        <p:spPr>
          <a:xfrm>
            <a:off x="11115000" y="290520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b="0" lang="en-US" sz="8000" strike="noStrike" u="none">
                <a:solidFill>
                  <a:schemeClr val="accent1"/>
                </a:solidFill>
                <a:effectLst/>
                <a:uFillTx/>
                <a:latin typeface="Arial"/>
              </a:rPr>
              <a:t>”</a:t>
            </a:r>
            <a:endParaRPr b="0" lang="en-US" sz="8000" strike="noStrike" u="non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38" name="Group 22"/>
          <p:cNvGrpSpPr/>
          <p:nvPr/>
        </p:nvGrpSpPr>
        <p:grpSpPr>
          <a:xfrm>
            <a:off x="0" y="228600"/>
            <a:ext cx="2850840" cy="6638040"/>
            <a:chOff x="0" y="228600"/>
            <a:chExt cx="2850840" cy="6638040"/>
          </a:xfrm>
        </p:grpSpPr>
        <p:sp>
          <p:nvSpPr>
            <p:cNvPr id="439"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0"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1"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2"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3"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4"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5"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6"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7"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8"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49"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0"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451" name="Group 9"/>
          <p:cNvGrpSpPr/>
          <p:nvPr/>
        </p:nvGrpSpPr>
        <p:grpSpPr>
          <a:xfrm>
            <a:off x="27360" y="-720"/>
            <a:ext cx="2355840" cy="6853320"/>
            <a:chOff x="27360" y="-720"/>
            <a:chExt cx="2355840" cy="6853320"/>
          </a:xfrm>
        </p:grpSpPr>
        <p:sp>
          <p:nvSpPr>
            <p:cNvPr id="452"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3"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4"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5"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6"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7"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8"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59"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60"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61"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62"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63"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464"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65" name="PlaceHolder 1"/>
          <p:cNvSpPr>
            <a:spLocks noGrp="1"/>
          </p:cNvSpPr>
          <p:nvPr>
            <p:ph type="title"/>
          </p:nvPr>
        </p:nvSpPr>
        <p:spPr>
          <a:xfrm>
            <a:off x="2589120" y="627480"/>
            <a:ext cx="8914680" cy="28792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b="0" lang="en-US" sz="4800" strike="noStrike" u="none">
                <a:solidFill>
                  <a:schemeClr val="dk1">
                    <a:lumMod val="85000"/>
                    <a:lumOff val="15000"/>
                  </a:schemeClr>
                </a:solidFill>
                <a:effectLst/>
                <a:uFillTx/>
                <a:latin typeface="Century Gothic"/>
              </a:rPr>
              <a:t>Click to edit Master title style</a:t>
            </a:r>
            <a:endParaRPr b="0" lang="en-US" sz="4800" strike="noStrike" u="none">
              <a:solidFill>
                <a:srgbClr val="000000"/>
              </a:solidFill>
              <a:effectLst/>
              <a:uFillTx/>
              <a:latin typeface="Arial"/>
            </a:endParaRPr>
          </a:p>
        </p:txBody>
      </p:sp>
      <p:sp>
        <p:nvSpPr>
          <p:cNvPr id="466" name="PlaceHolder 2"/>
          <p:cNvSpPr>
            <a:spLocks noGrp="1"/>
          </p:cNvSpPr>
          <p:nvPr>
            <p:ph type="body"/>
          </p:nvPr>
        </p:nvSpPr>
        <p:spPr>
          <a:xfrm>
            <a:off x="2589120" y="4343400"/>
            <a:ext cx="8914680" cy="83736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trike="noStrike" u="none">
                <a:solidFill>
                  <a:schemeClr val="accent1"/>
                </a:solidFill>
                <a:effectLst/>
                <a:uFillTx/>
                <a:latin typeface="Century Gothic"/>
              </a:rPr>
              <a:t>Click to edit Master text styles</a:t>
            </a:r>
            <a:endParaRPr b="0" lang="en-US" sz="2400" strike="noStrike" u="none">
              <a:solidFill>
                <a:srgbClr val="000000"/>
              </a:solidFill>
              <a:effectLst/>
              <a:uFillTx/>
              <a:latin typeface="Arial"/>
            </a:endParaRPr>
          </a:p>
        </p:txBody>
      </p:sp>
      <p:sp>
        <p:nvSpPr>
          <p:cNvPr id="467" name="PlaceHolder 3"/>
          <p:cNvSpPr>
            <a:spLocks noGrp="1"/>
          </p:cNvSpPr>
          <p:nvPr>
            <p:ph type="body"/>
          </p:nvPr>
        </p:nvSpPr>
        <p:spPr>
          <a:xfrm>
            <a:off x="2589120" y="5181480"/>
            <a:ext cx="8914680" cy="7290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trike="noStrike" u="none">
                <a:solidFill>
                  <a:schemeClr val="dk1">
                    <a:lumMod val="65000"/>
                    <a:lumOff val="35000"/>
                  </a:schemeClr>
                </a:solidFill>
                <a:effectLst/>
                <a:uFillTx/>
                <a:latin typeface="Century Gothic"/>
              </a:rPr>
              <a:t>Click to edit Master text styles</a:t>
            </a:r>
            <a:endParaRPr b="0" lang="en-US" sz="1800" strike="noStrike" u="none">
              <a:solidFill>
                <a:srgbClr val="000000"/>
              </a:solidFill>
              <a:effectLst/>
              <a:uFillTx/>
              <a:latin typeface="Arial"/>
            </a:endParaRPr>
          </a:p>
        </p:txBody>
      </p:sp>
      <p:sp>
        <p:nvSpPr>
          <p:cNvPr id="468" name="PlaceHolder 4"/>
          <p:cNvSpPr>
            <a:spLocks noGrp="1"/>
          </p:cNvSpPr>
          <p:nvPr>
            <p:ph type="dt" idx="40"/>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469" name="PlaceHolder 5"/>
          <p:cNvSpPr>
            <a:spLocks noGrp="1"/>
          </p:cNvSpPr>
          <p:nvPr>
            <p:ph type="ftr" idx="41"/>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70" name="Freeform 11"/>
          <p:cNvSpPr/>
          <p:nvPr/>
        </p:nvSpPr>
        <p:spPr>
          <a:xfrm flipV="1">
            <a:off x="-3600" y="491112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1" name="PlaceHolder 6"/>
          <p:cNvSpPr>
            <a:spLocks noGrp="1"/>
          </p:cNvSpPr>
          <p:nvPr>
            <p:ph type="sldNum" idx="42"/>
          </p:nvPr>
        </p:nvSpPr>
        <p:spPr>
          <a:xfrm>
            <a:off x="531720" y="498312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CE518136-8DA7-4D27-BEB5-76F839F0721A}"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72" name="Group 22"/>
          <p:cNvGrpSpPr/>
          <p:nvPr/>
        </p:nvGrpSpPr>
        <p:grpSpPr>
          <a:xfrm>
            <a:off x="0" y="228600"/>
            <a:ext cx="2850840" cy="6638040"/>
            <a:chOff x="0" y="228600"/>
            <a:chExt cx="2850840" cy="6638040"/>
          </a:xfrm>
        </p:grpSpPr>
        <p:sp>
          <p:nvSpPr>
            <p:cNvPr id="473"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4"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5"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6"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7"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8"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9"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0"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1"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2"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3"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4"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485" name="Group 9"/>
          <p:cNvGrpSpPr/>
          <p:nvPr/>
        </p:nvGrpSpPr>
        <p:grpSpPr>
          <a:xfrm>
            <a:off x="27360" y="-720"/>
            <a:ext cx="2355840" cy="6853320"/>
            <a:chOff x="27360" y="-720"/>
            <a:chExt cx="2355840" cy="6853320"/>
          </a:xfrm>
        </p:grpSpPr>
        <p:sp>
          <p:nvSpPr>
            <p:cNvPr id="486"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7"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8"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9"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0"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1"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2"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3"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4"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5"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6"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7"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498"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9"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0" lang="en-US" sz="3600" strike="noStrike" u="none">
                <a:solidFill>
                  <a:schemeClr val="dk1">
                    <a:lumMod val="85000"/>
                    <a:lumOff val="15000"/>
                  </a:schemeClr>
                </a:solidFill>
                <a:effectLst/>
                <a:uFillTx/>
                <a:latin typeface="Century Gothic"/>
              </a:rPr>
              <a:t>Click to edit Master title style</a:t>
            </a:r>
            <a:endParaRPr b="0" lang="en-US" sz="3600" strike="noStrike" u="none">
              <a:solidFill>
                <a:srgbClr val="000000"/>
              </a:solidFill>
              <a:effectLst/>
              <a:uFillTx/>
              <a:latin typeface="Arial"/>
            </a:endParaRPr>
          </a:p>
        </p:txBody>
      </p:sp>
      <p:sp>
        <p:nvSpPr>
          <p:cNvPr id="500" name="PlaceHolder 2"/>
          <p:cNvSpPr>
            <a:spLocks noGrp="1"/>
          </p:cNvSpPr>
          <p:nvPr>
            <p:ph type="body"/>
          </p:nvPr>
        </p:nvSpPr>
        <p:spPr>
          <a:xfrm>
            <a:off x="2589120" y="2133720"/>
            <a:ext cx="8914680" cy="388548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lumMod val="75000"/>
                    <a:lumOff val="25000"/>
                  </a:schemeClr>
                </a:solidFill>
                <a:effectLst/>
                <a:uFillTx/>
                <a:latin typeface="Century Gothic"/>
              </a:rPr>
              <a:t>Click to edit Master text styles</a:t>
            </a:r>
            <a:endParaRPr b="0" lang="en-US" sz="1800" strike="noStrike" u="none">
              <a:solidFill>
                <a:srgbClr val="000000"/>
              </a:solidFill>
              <a:effectLst/>
              <a:uFillTx/>
              <a:latin typeface="Arial"/>
            </a:endParaRPr>
          </a:p>
          <a:p>
            <a:pPr lvl="1" marL="743040" indent="-285840" defTabSz="457200">
              <a:lnSpc>
                <a:spcPct val="100000"/>
              </a:lnSpc>
              <a:spcBef>
                <a:spcPts val="1001"/>
              </a:spcBef>
              <a:buClr>
                <a:srgbClr val="a53010"/>
              </a:buClr>
              <a:buFont typeface="Wingdings 3" charset="2"/>
              <a:buChar char=""/>
            </a:pPr>
            <a:r>
              <a:rPr b="0" lang="en-US" sz="1600" strike="noStrike" u="none">
                <a:solidFill>
                  <a:schemeClr val="dk1">
                    <a:lumMod val="75000"/>
                    <a:lumOff val="25000"/>
                  </a:schemeClr>
                </a:solidFill>
                <a:effectLst/>
                <a:uFillTx/>
                <a:latin typeface="Century Gothic"/>
              </a:rPr>
              <a:t>Second level</a:t>
            </a:r>
            <a:endParaRPr b="0" lang="en-US" sz="1600" strike="noStrike" u="none">
              <a:solidFill>
                <a:srgbClr val="000000"/>
              </a:solidFill>
              <a:effectLst/>
              <a:uFillTx/>
              <a:latin typeface="Arial"/>
            </a:endParaRPr>
          </a:p>
          <a:p>
            <a:pPr lvl="2" marL="1143000" indent="-228600" defTabSz="457200">
              <a:lnSpc>
                <a:spcPct val="100000"/>
              </a:lnSpc>
              <a:spcBef>
                <a:spcPts val="1001"/>
              </a:spcBef>
              <a:buClr>
                <a:srgbClr val="a53010"/>
              </a:buClr>
              <a:buFont typeface="Wingdings 3" charset="2"/>
              <a:buChar char=""/>
            </a:pPr>
            <a:r>
              <a:rPr b="0" lang="en-US" sz="1400" strike="noStrike" u="none">
                <a:solidFill>
                  <a:schemeClr val="dk1">
                    <a:lumMod val="75000"/>
                    <a:lumOff val="25000"/>
                  </a:schemeClr>
                </a:solidFill>
                <a:effectLst/>
                <a:uFillTx/>
                <a:latin typeface="Century Gothic"/>
              </a:rPr>
              <a:t>Third level</a:t>
            </a:r>
            <a:endParaRPr b="0" lang="en-US" sz="1400" strike="noStrike" u="none">
              <a:solidFill>
                <a:srgbClr val="000000"/>
              </a:solidFill>
              <a:effectLst/>
              <a:uFillTx/>
              <a:latin typeface="Arial"/>
            </a:endParaRPr>
          </a:p>
          <a:p>
            <a:pPr lvl="3" marL="16002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Fourth level</a:t>
            </a:r>
            <a:endParaRPr b="0" lang="en-US" sz="1200" strike="noStrike" u="none">
              <a:solidFill>
                <a:srgbClr val="000000"/>
              </a:solidFill>
              <a:effectLst/>
              <a:uFillTx/>
              <a:latin typeface="Arial"/>
            </a:endParaRPr>
          </a:p>
          <a:p>
            <a:pPr lvl="4" marL="20574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Fifth level</a:t>
            </a:r>
            <a:endParaRPr b="0" lang="en-US" sz="1200" strike="noStrike" u="none">
              <a:solidFill>
                <a:srgbClr val="000000"/>
              </a:solidFill>
              <a:effectLst/>
              <a:uFillTx/>
              <a:latin typeface="Arial"/>
            </a:endParaRPr>
          </a:p>
        </p:txBody>
      </p:sp>
      <p:sp>
        <p:nvSpPr>
          <p:cNvPr id="501" name="PlaceHolder 3"/>
          <p:cNvSpPr>
            <a:spLocks noGrp="1"/>
          </p:cNvSpPr>
          <p:nvPr>
            <p:ph type="dt" idx="43"/>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502" name="PlaceHolder 4"/>
          <p:cNvSpPr>
            <a:spLocks noGrp="1"/>
          </p:cNvSpPr>
          <p:nvPr>
            <p:ph type="ftr" idx="44"/>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03" name="Freeform 11"/>
          <p:cNvSpPr/>
          <p:nvPr/>
        </p:nvSpPr>
        <p:spPr>
          <a:xfrm flipV="1">
            <a:off x="-3600" y="71280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04" name="PlaceHolder 5"/>
          <p:cNvSpPr>
            <a:spLocks noGrp="1"/>
          </p:cNvSpPr>
          <p:nvPr>
            <p:ph type="sldNum" idx="45"/>
          </p:nvPr>
        </p:nvSpPr>
        <p:spPr>
          <a:xfrm>
            <a:off x="531720" y="78768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EF838B47-4E2E-438B-AB19-7095E44B84E0}"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05" name="Group 22"/>
          <p:cNvGrpSpPr/>
          <p:nvPr/>
        </p:nvGrpSpPr>
        <p:grpSpPr>
          <a:xfrm>
            <a:off x="0" y="228600"/>
            <a:ext cx="2850840" cy="6638040"/>
            <a:chOff x="0" y="228600"/>
            <a:chExt cx="2850840" cy="6638040"/>
          </a:xfrm>
        </p:grpSpPr>
        <p:sp>
          <p:nvSpPr>
            <p:cNvPr id="506" name="Freeform 11"/>
            <p:cNvSpPr/>
            <p:nvPr/>
          </p:nvSpPr>
          <p:spPr>
            <a:xfrm>
              <a:off x="0" y="2575080"/>
              <a:ext cx="100080" cy="625320"/>
            </a:xfrm>
            <a:custGeom>
              <a:avLst/>
              <a:gdLst>
                <a:gd name="textAreaLeft" fmla="*/ 0 w 100080"/>
                <a:gd name="textAreaRight" fmla="*/ 100800 w 100080"/>
                <a:gd name="textAreaTop" fmla="*/ 0 h 625320"/>
                <a:gd name="textAreaBottom" fmla="*/ 626040 h 625320"/>
              </a:gdLst>
              <a:ahLst/>
              <a:cxn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07" name="Freeform 12"/>
            <p:cNvSpPr/>
            <p:nvPr/>
          </p:nvSpPr>
          <p:spPr>
            <a:xfrm>
              <a:off x="128520" y="3156480"/>
              <a:ext cx="645840" cy="2321640"/>
            </a:xfrm>
            <a:custGeom>
              <a:avLst/>
              <a:gdLst>
                <a:gd name="textAreaLeft" fmla="*/ 0 w 645840"/>
                <a:gd name="textAreaRight" fmla="*/ 646560 w 645840"/>
                <a:gd name="textAreaTop" fmla="*/ 0 h 2321640"/>
                <a:gd name="textAreaBottom" fmla="*/ 2322360 h 2321640"/>
              </a:gdLst>
              <a:ahLst/>
              <a:cxn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08" name="Freeform 13"/>
            <p:cNvSpPr/>
            <p:nvPr/>
          </p:nvSpPr>
          <p:spPr>
            <a:xfrm>
              <a:off x="807120" y="5447160"/>
              <a:ext cx="608760" cy="1419480"/>
            </a:xfrm>
            <a:custGeom>
              <a:avLst/>
              <a:gdLst>
                <a:gd name="textAreaLeft" fmla="*/ 0 w 608760"/>
                <a:gd name="textAreaRight" fmla="*/ 609480 w 608760"/>
                <a:gd name="textAreaTop" fmla="*/ 0 h 1419480"/>
                <a:gd name="textAreaBottom" fmla="*/ 1420200 h 1419480"/>
              </a:gdLst>
              <a:ahLst/>
              <a:cxn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09" name="Freeform 14"/>
            <p:cNvSpPr/>
            <p:nvPr/>
          </p:nvSpPr>
          <p:spPr>
            <a:xfrm>
              <a:off x="959760" y="6503760"/>
              <a:ext cx="170640" cy="362880"/>
            </a:xfrm>
            <a:custGeom>
              <a:avLst/>
              <a:gdLst>
                <a:gd name="textAreaLeft" fmla="*/ 0 w 170640"/>
                <a:gd name="textAreaRight" fmla="*/ 171360 w 170640"/>
                <a:gd name="textAreaTop" fmla="*/ 0 h 362880"/>
                <a:gd name="textAreaBottom" fmla="*/ 363600 h 362880"/>
              </a:gdLst>
              <a:ahLst/>
              <a:cxn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0" name="Freeform 15"/>
            <p:cNvSpPr/>
            <p:nvPr/>
          </p:nvSpPr>
          <p:spPr>
            <a:xfrm>
              <a:off x="100800" y="3201120"/>
              <a:ext cx="821160" cy="3327840"/>
            </a:xfrm>
            <a:custGeom>
              <a:avLst/>
              <a:gdLst>
                <a:gd name="textAreaLeft" fmla="*/ 0 w 821160"/>
                <a:gd name="textAreaRight" fmla="*/ 821880 w 821160"/>
                <a:gd name="textAreaTop" fmla="*/ 0 h 3327840"/>
                <a:gd name="textAreaBottom" fmla="*/ 3328560 h 3327840"/>
              </a:gdLst>
              <a:ahLst/>
              <a:cxn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1" name="Freeform 16"/>
            <p:cNvSpPr/>
            <p:nvPr/>
          </p:nvSpPr>
          <p:spPr>
            <a:xfrm>
              <a:off x="22320" y="228600"/>
              <a:ext cx="105480" cy="2927160"/>
            </a:xfrm>
            <a:custGeom>
              <a:avLst/>
              <a:gdLst>
                <a:gd name="textAreaLeft" fmla="*/ 0 w 105480"/>
                <a:gd name="textAreaRight" fmla="*/ 106200 w 105480"/>
                <a:gd name="textAreaTop" fmla="*/ 0 h 2927160"/>
                <a:gd name="textAreaBottom" fmla="*/ 2927880 h 2927160"/>
              </a:gdLst>
              <a:ahLst/>
              <a:cxn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2" name="Freeform 17"/>
            <p:cNvSpPr/>
            <p:nvPr/>
          </p:nvSpPr>
          <p:spPr>
            <a:xfrm>
              <a:off x="78120" y="2944080"/>
              <a:ext cx="77400" cy="493200"/>
            </a:xfrm>
            <a:custGeom>
              <a:avLst/>
              <a:gdLst>
                <a:gd name="textAreaLeft" fmla="*/ 0 w 77400"/>
                <a:gd name="textAreaRight" fmla="*/ 78120 w 77400"/>
                <a:gd name="textAreaTop" fmla="*/ 0 h 493200"/>
                <a:gd name="textAreaBottom" fmla="*/ 493920 h 493200"/>
              </a:gdLst>
              <a:ahLst/>
              <a:cxn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3" name="Freeform 18"/>
            <p:cNvSpPr/>
            <p:nvPr/>
          </p:nvSpPr>
          <p:spPr>
            <a:xfrm>
              <a:off x="769680" y="5478840"/>
              <a:ext cx="189360" cy="1024200"/>
            </a:xfrm>
            <a:custGeom>
              <a:avLst/>
              <a:gdLst>
                <a:gd name="textAreaLeft" fmla="*/ 0 w 189360"/>
                <a:gd name="textAreaRight" fmla="*/ 190080 w 189360"/>
                <a:gd name="textAreaTop" fmla="*/ 0 h 1024200"/>
                <a:gd name="textAreaBottom" fmla="*/ 1024920 h 1024200"/>
              </a:gdLst>
              <a:ahLst/>
              <a:cxn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4" name="Freeform 19"/>
            <p:cNvSpPr/>
            <p:nvPr/>
          </p:nvSpPr>
          <p:spPr>
            <a:xfrm>
              <a:off x="775440" y="1398960"/>
              <a:ext cx="2075400" cy="4047480"/>
            </a:xfrm>
            <a:custGeom>
              <a:avLst/>
              <a:gdLst>
                <a:gd name="textAreaLeft" fmla="*/ 0 w 2075400"/>
                <a:gd name="textAreaRight" fmla="*/ 2076120 w 2075400"/>
                <a:gd name="textAreaTop" fmla="*/ 0 h 4047480"/>
                <a:gd name="textAreaBottom" fmla="*/ 4048200 h 4047480"/>
              </a:gdLst>
              <a:ahLst/>
              <a:cxn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5" name="Freeform 20"/>
            <p:cNvSpPr/>
            <p:nvPr/>
          </p:nvSpPr>
          <p:spPr>
            <a:xfrm>
              <a:off x="922680" y="6530040"/>
              <a:ext cx="161280" cy="336600"/>
            </a:xfrm>
            <a:custGeom>
              <a:avLst/>
              <a:gdLst>
                <a:gd name="textAreaLeft" fmla="*/ 0 w 161280"/>
                <a:gd name="textAreaRight" fmla="*/ 162000 w 161280"/>
                <a:gd name="textAreaTop" fmla="*/ 0 h 336600"/>
                <a:gd name="textAreaBottom" fmla="*/ 337320 h 336600"/>
              </a:gdLst>
              <a:ahLst/>
              <a:cxn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6" name="Freeform 21"/>
            <p:cNvSpPr/>
            <p:nvPr/>
          </p:nvSpPr>
          <p:spPr>
            <a:xfrm>
              <a:off x="769680" y="5359320"/>
              <a:ext cx="36720" cy="221040"/>
            </a:xfrm>
            <a:custGeom>
              <a:avLst/>
              <a:gdLst>
                <a:gd name="textAreaLeft" fmla="*/ 0 w 36720"/>
                <a:gd name="textAreaRight" fmla="*/ 37440 w 36720"/>
                <a:gd name="textAreaTop" fmla="*/ 0 h 221040"/>
                <a:gd name="textAreaBottom" fmla="*/ 221760 h 221040"/>
              </a:gdLst>
              <a:ahLst/>
              <a:cxn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7" name="Freeform 22"/>
            <p:cNvSpPr/>
            <p:nvPr/>
          </p:nvSpPr>
          <p:spPr>
            <a:xfrm>
              <a:off x="849960" y="6244560"/>
              <a:ext cx="237960" cy="621720"/>
            </a:xfrm>
            <a:custGeom>
              <a:avLst/>
              <a:gdLst>
                <a:gd name="textAreaLeft" fmla="*/ 0 w 237960"/>
                <a:gd name="textAreaRight" fmla="*/ 238680 w 237960"/>
                <a:gd name="textAreaTop" fmla="*/ 0 h 621720"/>
                <a:gd name="textAreaBottom" fmla="*/ 622440 h 621720"/>
              </a:gdLst>
              <a:ahLst/>
              <a:cxn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grpSp>
        <p:nvGrpSpPr>
          <p:cNvPr id="518" name="Group 9"/>
          <p:cNvGrpSpPr/>
          <p:nvPr/>
        </p:nvGrpSpPr>
        <p:grpSpPr>
          <a:xfrm>
            <a:off x="27360" y="-720"/>
            <a:ext cx="2355840" cy="6853320"/>
            <a:chOff x="27360" y="-720"/>
            <a:chExt cx="2355840" cy="6853320"/>
          </a:xfrm>
        </p:grpSpPr>
        <p:sp>
          <p:nvSpPr>
            <p:cNvPr id="519" name="Freeform 27"/>
            <p:cNvSpPr/>
            <p:nvPr/>
          </p:nvSpPr>
          <p:spPr>
            <a:xfrm>
              <a:off x="27360" y="-720"/>
              <a:ext cx="493560" cy="4400280"/>
            </a:xfrm>
            <a:custGeom>
              <a:avLst/>
              <a:gdLst>
                <a:gd name="textAreaLeft" fmla="*/ 0 w 493560"/>
                <a:gd name="textAreaRight" fmla="*/ 494280 w 493560"/>
                <a:gd name="textAreaTop" fmla="*/ 0 h 4400280"/>
                <a:gd name="textAreaBottom" fmla="*/ 4401000 h 4400280"/>
              </a:gdLst>
              <a:ahLst/>
              <a:cxn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0" name="Freeform 28"/>
            <p:cNvSpPr/>
            <p:nvPr/>
          </p:nvSpPr>
          <p:spPr>
            <a:xfrm>
              <a:off x="550440" y="4316400"/>
              <a:ext cx="422640" cy="1580040"/>
            </a:xfrm>
            <a:custGeom>
              <a:avLst/>
              <a:gdLst>
                <a:gd name="textAreaLeft" fmla="*/ 0 w 422640"/>
                <a:gd name="textAreaRight" fmla="*/ 423360 w 422640"/>
                <a:gd name="textAreaTop" fmla="*/ 0 h 1580040"/>
                <a:gd name="textAreaBottom" fmla="*/ 1580760 h 1580040"/>
              </a:gdLst>
              <a:ahLst/>
              <a:cxn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1" name="Freeform 29"/>
            <p:cNvSpPr/>
            <p:nvPr/>
          </p:nvSpPr>
          <p:spPr>
            <a:xfrm>
              <a:off x="1006200" y="5862600"/>
              <a:ext cx="430200" cy="990000"/>
            </a:xfrm>
            <a:custGeom>
              <a:avLst/>
              <a:gdLst>
                <a:gd name="textAreaLeft" fmla="*/ 0 w 430200"/>
                <a:gd name="textAreaRight" fmla="*/ 430920 w 430200"/>
                <a:gd name="textAreaTop" fmla="*/ 0 h 990000"/>
                <a:gd name="textAreaBottom" fmla="*/ 990720 h 990000"/>
              </a:gdLst>
              <a:ahLst/>
              <a:cxn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2" name="Freeform 30"/>
            <p:cNvSpPr/>
            <p:nvPr/>
          </p:nvSpPr>
          <p:spPr>
            <a:xfrm>
              <a:off x="521640" y="4364280"/>
              <a:ext cx="551160" cy="2235240"/>
            </a:xfrm>
            <a:custGeom>
              <a:avLst/>
              <a:gdLst>
                <a:gd name="textAreaLeft" fmla="*/ 0 w 551160"/>
                <a:gd name="textAreaRight" fmla="*/ 551880 w 551160"/>
                <a:gd name="textAreaTop" fmla="*/ 0 h 2235240"/>
                <a:gd name="textAreaBottom" fmla="*/ 2235960 h 2235240"/>
              </a:gdLst>
              <a:ahLst/>
              <a:cxn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3" name="Freeform 31"/>
            <p:cNvSpPr/>
            <p:nvPr/>
          </p:nvSpPr>
          <p:spPr>
            <a:xfrm>
              <a:off x="468000" y="1289160"/>
              <a:ext cx="173520" cy="3026520"/>
            </a:xfrm>
            <a:custGeom>
              <a:avLst/>
              <a:gdLst>
                <a:gd name="textAreaLeft" fmla="*/ 0 w 173520"/>
                <a:gd name="textAreaRight" fmla="*/ 174240 w 173520"/>
                <a:gd name="textAreaTop" fmla="*/ 0 h 3026520"/>
                <a:gd name="textAreaBottom" fmla="*/ 3027240 h 3026520"/>
              </a:gdLst>
              <a:ahLst/>
              <a:cxn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4" name="Freeform 32"/>
            <p:cNvSpPr/>
            <p:nvPr/>
          </p:nvSpPr>
          <p:spPr>
            <a:xfrm>
              <a:off x="1111680" y="6571440"/>
              <a:ext cx="133560" cy="280800"/>
            </a:xfrm>
            <a:custGeom>
              <a:avLst/>
              <a:gdLst>
                <a:gd name="textAreaLeft" fmla="*/ 0 w 133560"/>
                <a:gd name="textAreaRight" fmla="*/ 134280 w 133560"/>
                <a:gd name="textAreaTop" fmla="*/ 0 h 280800"/>
                <a:gd name="textAreaBottom" fmla="*/ 281520 h 280800"/>
              </a:gdLst>
              <a:ahLst/>
              <a:cxn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5" name="Freeform 33"/>
            <p:cNvSpPr/>
            <p:nvPr/>
          </p:nvSpPr>
          <p:spPr>
            <a:xfrm>
              <a:off x="502560" y="4107600"/>
              <a:ext cx="81720" cy="510840"/>
            </a:xfrm>
            <a:custGeom>
              <a:avLst/>
              <a:gdLst>
                <a:gd name="textAreaLeft" fmla="*/ 0 w 81720"/>
                <a:gd name="textAreaRight" fmla="*/ 82440 w 81720"/>
                <a:gd name="textAreaTop" fmla="*/ 0 h 510840"/>
                <a:gd name="textAreaBottom" fmla="*/ 511560 h 510840"/>
              </a:gdLst>
              <a:ahLst/>
              <a:cxn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6" name="Freeform 34"/>
            <p:cNvSpPr/>
            <p:nvPr/>
          </p:nvSpPr>
          <p:spPr>
            <a:xfrm>
              <a:off x="973800" y="3145680"/>
              <a:ext cx="1409400" cy="2716200"/>
            </a:xfrm>
            <a:custGeom>
              <a:avLst/>
              <a:gdLst>
                <a:gd name="textAreaLeft" fmla="*/ 0 w 1409400"/>
                <a:gd name="textAreaRight" fmla="*/ 1410120 w 1409400"/>
                <a:gd name="textAreaTop" fmla="*/ 0 h 2716200"/>
                <a:gd name="textAreaBottom" fmla="*/ 2716920 h 2716200"/>
              </a:gdLst>
              <a:ahLst/>
              <a:cxn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7" name="Freeform 35"/>
            <p:cNvSpPr/>
            <p:nvPr/>
          </p:nvSpPr>
          <p:spPr>
            <a:xfrm>
              <a:off x="1073520" y="6600240"/>
              <a:ext cx="119880" cy="252360"/>
            </a:xfrm>
            <a:custGeom>
              <a:avLst/>
              <a:gdLst>
                <a:gd name="textAreaLeft" fmla="*/ 0 w 119880"/>
                <a:gd name="textAreaRight" fmla="*/ 120600 w 119880"/>
                <a:gd name="textAreaTop" fmla="*/ 0 h 252360"/>
                <a:gd name="textAreaBottom" fmla="*/ 253080 h 252360"/>
              </a:gdLst>
              <a:ahLst/>
              <a:cxn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8" name="Freeform 36"/>
            <p:cNvSpPr/>
            <p:nvPr/>
          </p:nvSpPr>
          <p:spPr>
            <a:xfrm>
              <a:off x="973800" y="5897160"/>
              <a:ext cx="137160" cy="673560"/>
            </a:xfrm>
            <a:custGeom>
              <a:avLst/>
              <a:gdLst>
                <a:gd name="textAreaLeft" fmla="*/ 0 w 137160"/>
                <a:gd name="textAreaRight" fmla="*/ 137880 w 137160"/>
                <a:gd name="textAreaTop" fmla="*/ 0 h 673560"/>
                <a:gd name="textAreaBottom" fmla="*/ 674280 h 673560"/>
              </a:gdLst>
              <a:ahLst/>
              <a:cxn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9" name="Freeform 37"/>
            <p:cNvSpPr/>
            <p:nvPr/>
          </p:nvSpPr>
          <p:spPr>
            <a:xfrm>
              <a:off x="973800" y="5772600"/>
              <a:ext cx="37440" cy="227160"/>
            </a:xfrm>
            <a:custGeom>
              <a:avLst/>
              <a:gdLst>
                <a:gd name="textAreaLeft" fmla="*/ 0 w 37440"/>
                <a:gd name="textAreaRight" fmla="*/ 38160 w 37440"/>
                <a:gd name="textAreaTop" fmla="*/ 0 h 227160"/>
                <a:gd name="textAreaBottom" fmla="*/ 227880 h 227160"/>
              </a:gdLst>
              <a:ahLst/>
              <a:cxn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30" name="Freeform 38"/>
            <p:cNvSpPr/>
            <p:nvPr/>
          </p:nvSpPr>
          <p:spPr>
            <a:xfrm>
              <a:off x="1006200" y="6322680"/>
              <a:ext cx="209880" cy="529920"/>
            </a:xfrm>
            <a:custGeom>
              <a:avLst/>
              <a:gdLst>
                <a:gd name="textAreaLeft" fmla="*/ 0 w 209880"/>
                <a:gd name="textAreaRight" fmla="*/ 210600 w 209880"/>
                <a:gd name="textAreaTop" fmla="*/ 0 h 529920"/>
                <a:gd name="textAreaBottom" fmla="*/ 530640 h 529920"/>
              </a:gdLst>
              <a:ahLst/>
              <a:cxn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grpSp>
      <p:sp>
        <p:nvSpPr>
          <p:cNvPr id="531" name="Rectangle 6"/>
          <p:cNvSpPr/>
          <p:nvPr/>
        </p:nvSpPr>
        <p:spPr>
          <a:xfrm>
            <a:off x="0" y="0"/>
            <a:ext cx="182160" cy="685728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32" name="PlaceHolder 1"/>
          <p:cNvSpPr>
            <a:spLocks noGrp="1"/>
          </p:cNvSpPr>
          <p:nvPr>
            <p:ph type="title"/>
          </p:nvPr>
        </p:nvSpPr>
        <p:spPr>
          <a:xfrm>
            <a:off x="9294840" y="627480"/>
            <a:ext cx="2206800" cy="528300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b="0" lang="en-US" sz="3600" strike="noStrike" u="none">
                <a:solidFill>
                  <a:schemeClr val="dk1">
                    <a:lumMod val="85000"/>
                    <a:lumOff val="15000"/>
                  </a:schemeClr>
                </a:solidFill>
                <a:effectLst/>
                <a:uFillTx/>
                <a:latin typeface="Century Gothic"/>
              </a:rPr>
              <a:t>Click to edit Master title style</a:t>
            </a:r>
            <a:endParaRPr b="0" lang="en-US" sz="3600" strike="noStrike" u="none">
              <a:solidFill>
                <a:srgbClr val="000000"/>
              </a:solidFill>
              <a:effectLst/>
              <a:uFillTx/>
              <a:latin typeface="Arial"/>
            </a:endParaRPr>
          </a:p>
        </p:txBody>
      </p:sp>
      <p:sp>
        <p:nvSpPr>
          <p:cNvPr id="533" name="PlaceHolder 2"/>
          <p:cNvSpPr>
            <a:spLocks noGrp="1"/>
          </p:cNvSpPr>
          <p:nvPr>
            <p:ph type="body"/>
          </p:nvPr>
        </p:nvSpPr>
        <p:spPr>
          <a:xfrm>
            <a:off x="2589120" y="627480"/>
            <a:ext cx="6476400" cy="528300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lumMod val="75000"/>
                    <a:lumOff val="25000"/>
                  </a:schemeClr>
                </a:solidFill>
                <a:effectLst/>
                <a:uFillTx/>
                <a:latin typeface="Century Gothic"/>
              </a:rPr>
              <a:t>Click to edit Master text styles</a:t>
            </a:r>
            <a:endParaRPr b="0" lang="en-US" sz="1800" strike="noStrike" u="none">
              <a:solidFill>
                <a:srgbClr val="000000"/>
              </a:solidFill>
              <a:effectLst/>
              <a:uFillTx/>
              <a:latin typeface="Arial"/>
            </a:endParaRPr>
          </a:p>
          <a:p>
            <a:pPr lvl="1" marL="743040" indent="-285840" defTabSz="457200">
              <a:lnSpc>
                <a:spcPct val="100000"/>
              </a:lnSpc>
              <a:spcBef>
                <a:spcPts val="1001"/>
              </a:spcBef>
              <a:buClr>
                <a:srgbClr val="a53010"/>
              </a:buClr>
              <a:buFont typeface="Wingdings 3" charset="2"/>
              <a:buChar char=""/>
            </a:pPr>
            <a:r>
              <a:rPr b="0" lang="en-US" sz="1600" strike="noStrike" u="none">
                <a:solidFill>
                  <a:schemeClr val="dk1">
                    <a:lumMod val="75000"/>
                    <a:lumOff val="25000"/>
                  </a:schemeClr>
                </a:solidFill>
                <a:effectLst/>
                <a:uFillTx/>
                <a:latin typeface="Century Gothic"/>
              </a:rPr>
              <a:t>Second level</a:t>
            </a:r>
            <a:endParaRPr b="0" lang="en-US" sz="1600" strike="noStrike" u="none">
              <a:solidFill>
                <a:srgbClr val="000000"/>
              </a:solidFill>
              <a:effectLst/>
              <a:uFillTx/>
              <a:latin typeface="Arial"/>
            </a:endParaRPr>
          </a:p>
          <a:p>
            <a:pPr lvl="2" marL="1143000" indent="-228600" defTabSz="457200">
              <a:lnSpc>
                <a:spcPct val="100000"/>
              </a:lnSpc>
              <a:spcBef>
                <a:spcPts val="1001"/>
              </a:spcBef>
              <a:buClr>
                <a:srgbClr val="a53010"/>
              </a:buClr>
              <a:buFont typeface="Wingdings 3" charset="2"/>
              <a:buChar char=""/>
            </a:pPr>
            <a:r>
              <a:rPr b="0" lang="en-US" sz="1400" strike="noStrike" u="none">
                <a:solidFill>
                  <a:schemeClr val="dk1">
                    <a:lumMod val="75000"/>
                    <a:lumOff val="25000"/>
                  </a:schemeClr>
                </a:solidFill>
                <a:effectLst/>
                <a:uFillTx/>
                <a:latin typeface="Century Gothic"/>
              </a:rPr>
              <a:t>Third level</a:t>
            </a:r>
            <a:endParaRPr b="0" lang="en-US" sz="1400" strike="noStrike" u="none">
              <a:solidFill>
                <a:srgbClr val="000000"/>
              </a:solidFill>
              <a:effectLst/>
              <a:uFillTx/>
              <a:latin typeface="Arial"/>
            </a:endParaRPr>
          </a:p>
          <a:p>
            <a:pPr lvl="3" marL="16002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Fourth level</a:t>
            </a:r>
            <a:endParaRPr b="0" lang="en-US" sz="1200" strike="noStrike" u="none">
              <a:solidFill>
                <a:srgbClr val="000000"/>
              </a:solidFill>
              <a:effectLst/>
              <a:uFillTx/>
              <a:latin typeface="Arial"/>
            </a:endParaRPr>
          </a:p>
          <a:p>
            <a:pPr lvl="4" marL="2057400" indent="-228600" defTabSz="457200">
              <a:lnSpc>
                <a:spcPct val="100000"/>
              </a:lnSpc>
              <a:spcBef>
                <a:spcPts val="1001"/>
              </a:spcBef>
              <a:buClr>
                <a:srgbClr val="a53010"/>
              </a:buClr>
              <a:buFont typeface="Wingdings 3" charset="2"/>
              <a:buChar char=""/>
            </a:pPr>
            <a:r>
              <a:rPr b="0" lang="en-US" sz="1200" strike="noStrike" u="none">
                <a:solidFill>
                  <a:schemeClr val="dk1">
                    <a:lumMod val="75000"/>
                    <a:lumOff val="25000"/>
                  </a:schemeClr>
                </a:solidFill>
                <a:effectLst/>
                <a:uFillTx/>
                <a:latin typeface="Century Gothic"/>
              </a:rPr>
              <a:t>Fifth level</a:t>
            </a:r>
            <a:endParaRPr b="0" lang="en-US" sz="1200" strike="noStrike" u="none">
              <a:solidFill>
                <a:srgbClr val="000000"/>
              </a:solidFill>
              <a:effectLst/>
              <a:uFillTx/>
              <a:latin typeface="Arial"/>
            </a:endParaRPr>
          </a:p>
        </p:txBody>
      </p:sp>
      <p:sp>
        <p:nvSpPr>
          <p:cNvPr id="534" name="PlaceHolder 3"/>
          <p:cNvSpPr>
            <a:spLocks noGrp="1"/>
          </p:cNvSpPr>
          <p:nvPr>
            <p:ph type="dt" idx="46"/>
          </p:nvPr>
        </p:nvSpPr>
        <p:spPr>
          <a:xfrm>
            <a:off x="10361520" y="6130440"/>
            <a:ext cx="1145520" cy="3697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900" strike="noStrike" u="none">
                <a:solidFill>
                  <a:schemeClr val="dk1">
                    <a:tint val="75000"/>
                  </a:schemeClr>
                </a:solidFill>
                <a:effectLst/>
                <a:uFillTx/>
                <a:latin typeface="Century Gothic"/>
              </a:defRPr>
            </a:lvl1pPr>
          </a:lstStyle>
          <a:p>
            <a:pPr indent="0" algn="r" defTabSz="457200">
              <a:lnSpc>
                <a:spcPct val="100000"/>
              </a:lnSpc>
              <a:buNone/>
              <a:tabLst>
                <a:tab algn="l" pos="0"/>
              </a:tabLst>
            </a:pPr>
            <a:r>
              <a:rPr b="0" lang="en-ZW" sz="900" strike="noStrike" u="none">
                <a:solidFill>
                  <a:schemeClr val="dk1">
                    <a:tint val="75000"/>
                  </a:schemeClr>
                </a:solidFill>
                <a:effectLst/>
                <a:uFillTx/>
                <a:latin typeface="Century Gothic"/>
              </a:rPr>
              <a:t>&lt;date/time&gt;</a:t>
            </a:r>
            <a:endParaRPr b="0" lang="en-US" sz="900" strike="noStrike" u="none">
              <a:solidFill>
                <a:srgbClr val="000000"/>
              </a:solidFill>
              <a:effectLst/>
              <a:uFillTx/>
              <a:latin typeface="Times New Roman"/>
            </a:endParaRPr>
          </a:p>
        </p:txBody>
      </p:sp>
      <p:sp>
        <p:nvSpPr>
          <p:cNvPr id="535" name="PlaceHolder 4"/>
          <p:cNvSpPr>
            <a:spLocks noGrp="1"/>
          </p:cNvSpPr>
          <p:nvPr>
            <p:ph type="ftr" idx="47"/>
          </p:nvPr>
        </p:nvSpPr>
        <p:spPr>
          <a:xfrm>
            <a:off x="2589120" y="6135840"/>
            <a:ext cx="761940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36" name="Freeform 11"/>
          <p:cNvSpPr/>
          <p:nvPr/>
        </p:nvSpPr>
        <p:spPr>
          <a:xfrm flipV="1">
            <a:off x="-3600" y="712800"/>
            <a:ext cx="1587960" cy="506520"/>
          </a:xfrm>
          <a:custGeom>
            <a:avLst/>
            <a:gdLst>
              <a:gd name="textAreaLeft" fmla="*/ 0 w 1587960"/>
              <a:gd name="textAreaRight" fmla="*/ 1588680 w 1587960"/>
              <a:gd name="textAreaTop" fmla="*/ 360 h 506520"/>
              <a:gd name="textAreaBottom" fmla="*/ 507600 h 506520"/>
            </a:gdLst>
            <a:ahLst/>
            <a:cxn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37" name="PlaceHolder 5"/>
          <p:cNvSpPr>
            <a:spLocks noGrp="1"/>
          </p:cNvSpPr>
          <p:nvPr>
            <p:ph type="sldNum" idx="48"/>
          </p:nvPr>
        </p:nvSpPr>
        <p:spPr>
          <a:xfrm>
            <a:off x="531720" y="787680"/>
            <a:ext cx="77904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ZW" sz="2000" strike="noStrike" u="none">
                <a:solidFill>
                  <a:srgbClr val="feffff"/>
                </a:solidFill>
                <a:effectLst/>
                <a:uFillTx/>
                <a:latin typeface="Century Gothic"/>
              </a:defRPr>
            </a:lvl1pPr>
          </a:lstStyle>
          <a:p>
            <a:pPr indent="0" algn="r" defTabSz="457200">
              <a:lnSpc>
                <a:spcPct val="100000"/>
              </a:lnSpc>
              <a:buNone/>
              <a:tabLst>
                <a:tab algn="l" pos="0"/>
              </a:tabLst>
            </a:pPr>
            <a:fld id="{DB13E19A-3E14-4811-BA6D-A208B9D5198A}" type="slidenum">
              <a:rPr b="0" lang="en-ZW" sz="2000" strike="noStrike" u="none">
                <a:solidFill>
                  <a:srgbClr val="feffff"/>
                </a:solidFill>
                <a:effectLst/>
                <a:uFillTx/>
                <a:latin typeface="Century Gothic"/>
              </a:rPr>
              <a:t>&lt;number&gt;</a:t>
            </a:fld>
            <a:endParaRPr b="0" lang="en-US" sz="20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type="title"/>
          </p:nvPr>
        </p:nvSpPr>
        <p:spPr>
          <a:xfrm>
            <a:off x="2589120" y="2514600"/>
            <a:ext cx="8914680" cy="2262240"/>
          </a:xfrm>
          <a:prstGeom prst="rect">
            <a:avLst/>
          </a:prstGeom>
          <a:noFill/>
          <a:ln w="0">
            <a:noFill/>
          </a:ln>
        </p:spPr>
        <p:txBody>
          <a:bodyPr lIns="91440" rIns="91440" tIns="45720" bIns="45720" anchor="b">
            <a:noAutofit/>
          </a:bodyPr>
          <a:p>
            <a:pPr indent="0" defTabSz="457200">
              <a:lnSpc>
                <a:spcPct val="100000"/>
              </a:lnSpc>
              <a:buNone/>
              <a:tabLst>
                <a:tab algn="l" pos="0"/>
              </a:tabLst>
            </a:pPr>
            <a:r>
              <a:rPr b="0" lang="en-US" sz="5400" strike="noStrike" u="none">
                <a:solidFill>
                  <a:schemeClr val="dk1">
                    <a:lumMod val="85000"/>
                    <a:lumOff val="15000"/>
                  </a:schemeClr>
                </a:solidFill>
                <a:effectLst/>
                <a:uFillTx/>
                <a:latin typeface="Century Gothic"/>
              </a:rPr>
              <a:t>PROJECT PROPOSAL</a:t>
            </a:r>
            <a:endParaRPr b="0" lang="en-US" sz="5400" strike="noStrike" u="none">
              <a:solidFill>
                <a:srgbClr val="000000"/>
              </a:solidFill>
              <a:effectLst/>
              <a:uFillTx/>
              <a:latin typeface="Arial"/>
            </a:endParaRPr>
          </a:p>
        </p:txBody>
      </p:sp>
      <p:sp>
        <p:nvSpPr>
          <p:cNvPr id="539" name="PlaceHolder 2"/>
          <p:cNvSpPr>
            <a:spLocks noGrp="1"/>
          </p:cNvSpPr>
          <p:nvPr>
            <p:ph type="subTitle"/>
          </p:nvPr>
        </p:nvSpPr>
        <p:spPr>
          <a:xfrm>
            <a:off x="1828800" y="4777200"/>
            <a:ext cx="9675000" cy="20808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4000" strike="noStrike" u="none">
                <a:solidFill>
                  <a:schemeClr val="dk1"/>
                </a:solidFill>
                <a:effectLst/>
                <a:uFillTx/>
                <a:latin typeface="Century Gothic"/>
              </a:rPr>
              <a:t>RETAIL DECISION NEXUS SYSTEM: DATA DRIVEN MOBILE RETAIL SYSTEM FOR SMALL AND MEDIUM ENTERPRISES.</a:t>
            </a:r>
            <a:endParaRPr b="0" lang="en-US" sz="4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1" lang="en-US" sz="3600" strike="noStrike" u="none">
                <a:solidFill>
                  <a:schemeClr val="dk1">
                    <a:lumMod val="85000"/>
                    <a:lumOff val="15000"/>
                  </a:schemeClr>
                </a:solidFill>
                <a:effectLst/>
                <a:uFillTx/>
                <a:latin typeface="Century Gothic"/>
              </a:rPr>
              <a:t>BACKGROUND </a:t>
            </a:r>
            <a:endParaRPr b="0" lang="en-US" sz="3600" strike="noStrike" u="none">
              <a:solidFill>
                <a:srgbClr val="000000"/>
              </a:solidFill>
              <a:effectLst/>
              <a:uFillTx/>
              <a:latin typeface="Arial"/>
            </a:endParaRPr>
          </a:p>
        </p:txBody>
      </p:sp>
      <p:sp>
        <p:nvSpPr>
          <p:cNvPr id="541" name="PlaceHolder 2"/>
          <p:cNvSpPr>
            <a:spLocks noGrp="1"/>
          </p:cNvSpPr>
          <p:nvPr>
            <p:ph/>
          </p:nvPr>
        </p:nvSpPr>
        <p:spPr>
          <a:xfrm>
            <a:off x="1154880" y="1379160"/>
            <a:ext cx="10716480" cy="4766040"/>
          </a:xfrm>
          <a:prstGeom prst="rect">
            <a:avLst/>
          </a:prstGeom>
          <a:noFill/>
          <a:ln w="0">
            <a:noFill/>
          </a:ln>
        </p:spPr>
        <p:txBody>
          <a:bodyPr lIns="91440" rIns="91440" tIns="45720" bIns="45720" anchor="t">
            <a:normAutofit fontScale="92500" lnSpcReduction="9999"/>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Zimbabwe's retail landscape is characterized by a multitude of players, ranging from informal markets and small independent stores to larger regional and international chains. While the industry has shown signs of resilience in recent years, it faces numerous challenges which includes:</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1" lang="en-US" sz="1800" strike="noStrike" u="none">
                <a:solidFill>
                  <a:schemeClr val="dk1"/>
                </a:solidFill>
                <a:effectLst/>
                <a:uFillTx/>
                <a:latin typeface="Century Gothic"/>
              </a:rPr>
              <a:t>Economic Instability:</a:t>
            </a:r>
            <a:r>
              <a:rPr b="0" lang="en-US" sz="1800" strike="noStrike" u="none">
                <a:solidFill>
                  <a:schemeClr val="dk1"/>
                </a:solidFill>
                <a:effectLst/>
                <a:uFillTx/>
                <a:latin typeface="Century Gothic"/>
              </a:rPr>
              <a:t> Fluctuations in currency and inflation make long-term planning and forecasting difficult</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1" lang="en-US" sz="1800" strike="noStrike" u="none">
                <a:solidFill>
                  <a:schemeClr val="dk1"/>
                </a:solidFill>
                <a:effectLst/>
                <a:uFillTx/>
                <a:latin typeface="Century Gothic"/>
              </a:rPr>
              <a:t>Supply chain disruptions:</a:t>
            </a:r>
            <a:r>
              <a:rPr b="0" lang="en-US" sz="1800" strike="noStrike" u="none">
                <a:solidFill>
                  <a:schemeClr val="dk1"/>
                </a:solidFill>
                <a:effectLst/>
                <a:uFillTx/>
                <a:latin typeface="Century Gothic"/>
              </a:rPr>
              <a:t> Access to imported goods be unreliable, leading to stock-outs and higher prices</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1" lang="en-US" sz="1800" strike="noStrike" u="none">
                <a:solidFill>
                  <a:schemeClr val="dk1"/>
                </a:solidFill>
                <a:effectLst/>
                <a:uFillTx/>
                <a:latin typeface="Century Gothic"/>
              </a:rPr>
              <a:t>Competition:</a:t>
            </a:r>
            <a:r>
              <a:rPr b="0" lang="en-US" sz="1800" strike="noStrike" u="none">
                <a:solidFill>
                  <a:schemeClr val="dk1"/>
                </a:solidFill>
                <a:effectLst/>
                <a:uFillTx/>
                <a:latin typeface="Century Gothic"/>
              </a:rPr>
              <a:t> Increased competition from both local and international players outs pressure on profit margins</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1" lang="en-US" sz="1800" strike="noStrike" u="none">
                <a:solidFill>
                  <a:schemeClr val="dk1"/>
                </a:solidFill>
                <a:effectLst/>
                <a:uFillTx/>
                <a:latin typeface="Century Gothic"/>
              </a:rPr>
              <a:t>Changing Customer’s Preferences</a:t>
            </a:r>
            <a:r>
              <a:rPr b="0" lang="en-US" sz="1800" strike="noStrike" u="none">
                <a:solidFill>
                  <a:schemeClr val="dk1"/>
                </a:solidFill>
                <a:effectLst/>
                <a:uFillTx/>
                <a:latin typeface="Century Gothic"/>
              </a:rPr>
              <a:t>: Consumers are becoming more demanding and expect personalized experiences and competitive prices</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1" lang="en-US" sz="1800" strike="noStrike" u="none">
                <a:solidFill>
                  <a:schemeClr val="dk1"/>
                </a:solidFill>
                <a:effectLst/>
                <a:uFillTx/>
                <a:latin typeface="Century Gothic"/>
              </a:rPr>
              <a:t>Limited Access to Technology:</a:t>
            </a:r>
            <a:r>
              <a:rPr b="0" lang="en-US" sz="1800" strike="noStrike" u="none">
                <a:solidFill>
                  <a:schemeClr val="dk1"/>
                </a:solidFill>
                <a:effectLst/>
                <a:uFillTx/>
                <a:latin typeface="Century Gothic"/>
              </a:rPr>
              <a:t> Many retailers, particularly smaller ones, lack the technological infrastructure for data driven decision-making</a:t>
            </a:r>
            <a:endParaRPr b="0" lang="en-US" sz="1800" strike="noStrike" u="none">
              <a:solidFill>
                <a:srgbClr val="000000"/>
              </a:solidFill>
              <a:effectLst/>
              <a:uFillTx/>
              <a:latin typeface="Arial"/>
            </a:endParaRPr>
          </a:p>
          <a:p>
            <a:pPr indent="0" defTabSz="457200">
              <a:lnSpc>
                <a:spcPct val="100000"/>
              </a:lnSpc>
              <a:spcBef>
                <a:spcPts val="1001"/>
              </a:spcBef>
              <a:buNone/>
              <a:tabLst>
                <a:tab algn="l" pos="0"/>
              </a:tabLst>
            </a:pPr>
            <a:r>
              <a:rPr b="0" lang="en-US" sz="1800" strike="noStrike" u="none">
                <a:solidFill>
                  <a:schemeClr val="dk1"/>
                </a:solidFill>
                <a:effectLst/>
                <a:uFillTx/>
                <a:latin typeface="Century Gothic"/>
              </a:rPr>
              <a:t>These challenges can significantly hinder growth and profitability for retailers in Zimbabwe. To adapt and thrive in this environment, they need to embrace innovative solutions that address their specific </a:t>
            </a:r>
            <a:r>
              <a:rPr b="0" lang="en-US" sz="1800" strike="noStrike" u="none">
                <a:solidFill>
                  <a:schemeClr val="dk1">
                    <a:lumMod val="75000"/>
                    <a:lumOff val="25000"/>
                  </a:schemeClr>
                </a:solidFill>
                <a:effectLst/>
                <a:uFillTx/>
                <a:latin typeface="Century Gothic"/>
              </a:rPr>
              <a:t>needs.</a:t>
            </a:r>
            <a:endParaRPr b="0" lang="en-US" sz="1800" strike="noStrike" u="none">
              <a:solidFill>
                <a:srgbClr val="000000"/>
              </a:solidFill>
              <a:effectLst/>
              <a:uFillTx/>
              <a:latin typeface="Arial"/>
            </a:endParaRPr>
          </a:p>
          <a:p>
            <a:pPr indent="0" defTabSz="457200">
              <a:lnSpc>
                <a:spcPct val="100000"/>
              </a:lnSpc>
              <a:spcBef>
                <a:spcPts val="1001"/>
              </a:spcBef>
              <a:buNone/>
              <a:tabLst>
                <a:tab algn="l" pos="0"/>
              </a:tabLst>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1" lang="en-US" sz="3600" strike="noStrike" u="none">
                <a:solidFill>
                  <a:schemeClr val="dk1">
                    <a:lumMod val="85000"/>
                    <a:lumOff val="15000"/>
                  </a:schemeClr>
                </a:solidFill>
                <a:effectLst/>
                <a:uFillTx/>
                <a:latin typeface="Century Gothic"/>
              </a:rPr>
              <a:t>PROBLEM STATEMENT </a:t>
            </a:r>
            <a:endParaRPr b="0" lang="en-US" sz="3600" strike="noStrike" u="none">
              <a:solidFill>
                <a:srgbClr val="000000"/>
              </a:solidFill>
              <a:effectLst/>
              <a:uFillTx/>
              <a:latin typeface="Arial"/>
            </a:endParaRPr>
          </a:p>
        </p:txBody>
      </p:sp>
      <p:sp>
        <p:nvSpPr>
          <p:cNvPr id="543" name="PlaceHolder 2"/>
          <p:cNvSpPr>
            <a:spLocks noGrp="1"/>
          </p:cNvSpPr>
          <p:nvPr>
            <p:ph/>
          </p:nvPr>
        </p:nvSpPr>
        <p:spPr>
          <a:xfrm>
            <a:off x="1154880" y="1438920"/>
            <a:ext cx="10656720" cy="48560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The primary problem this Retail Decision Nexus software project aims to address is the lack of data-driven decision making in the Zimbabwean retail industry. Currently, many retailers rely on intuition, past experience, and limited data sources to make crucial decisions about inventory, pricing, marketing, and operations. This can lead to: </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1" lang="en-US" sz="1800" strike="noStrike" u="none">
                <a:solidFill>
                  <a:schemeClr val="dk1"/>
                </a:solidFill>
                <a:effectLst/>
                <a:uFillTx/>
                <a:latin typeface="Century Gothic"/>
              </a:rPr>
              <a:t>Inefficient Inventory Management:</a:t>
            </a:r>
            <a:r>
              <a:rPr b="0" lang="en-US" sz="1800" strike="noStrike" u="none">
                <a:solidFill>
                  <a:schemeClr val="dk1"/>
                </a:solidFill>
                <a:effectLst/>
                <a:uFillTx/>
                <a:latin typeface="Century Gothic"/>
              </a:rPr>
              <a:t> Overstocking or understocking products, resulting in lost profits and reduced customer satisfaction.</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1" lang="en-US" sz="1800" strike="noStrike" u="none">
                <a:solidFill>
                  <a:schemeClr val="dk1"/>
                </a:solidFill>
                <a:effectLst/>
                <a:uFillTx/>
                <a:latin typeface="Century Gothic"/>
              </a:rPr>
              <a:t>Suboptimal Pricing:</a:t>
            </a:r>
            <a:r>
              <a:rPr b="0" lang="en-US" sz="1800" strike="noStrike" u="none">
                <a:solidFill>
                  <a:schemeClr val="dk1"/>
                </a:solidFill>
                <a:effectLst/>
                <a:uFillTx/>
                <a:latin typeface="Century Gothic"/>
              </a:rPr>
              <a:t> Failing to set competitive prices based on market demand and competitor offerings, leading to lost sales.</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1" lang="en-US" sz="1800" strike="noStrike" u="none">
                <a:solidFill>
                  <a:schemeClr val="dk1"/>
                </a:solidFill>
                <a:effectLst/>
                <a:uFillTx/>
                <a:latin typeface="Century Gothic"/>
              </a:rPr>
              <a:t>Ineffective Marketing Campaigns:</a:t>
            </a:r>
            <a:r>
              <a:rPr b="0" lang="en-US" sz="1800" strike="noStrike" u="none">
                <a:solidFill>
                  <a:schemeClr val="dk1"/>
                </a:solidFill>
                <a:effectLst/>
                <a:uFillTx/>
                <a:latin typeface="Century Gothic"/>
              </a:rPr>
              <a:t> Targeting the wrong customer segments or using ineffective strategies, resulting in wasted resources and missed opportunities.</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1" lang="en-US" sz="1800" strike="noStrike" u="none">
                <a:solidFill>
                  <a:schemeClr val="dk1"/>
                </a:solidFill>
                <a:effectLst/>
                <a:uFillTx/>
                <a:latin typeface="Century Gothic"/>
              </a:rPr>
              <a:t>Poor Operational Efficiency</a:t>
            </a:r>
            <a:r>
              <a:rPr b="0" lang="en-US" sz="1800" strike="noStrike" u="none">
                <a:solidFill>
                  <a:schemeClr val="dk1"/>
                </a:solidFill>
                <a:effectLst/>
                <a:uFillTx/>
                <a:latin typeface="Century Gothic"/>
              </a:rPr>
              <a:t>: Manual processes and lack of automation leading to increased costs and reduced productivity.</a:t>
            </a:r>
            <a:endParaRPr b="0" lang="en-US" sz="1800" strike="noStrike" u="none">
              <a:solidFill>
                <a:srgbClr val="000000"/>
              </a:solidFill>
              <a:effectLst/>
              <a:uFillTx/>
              <a:latin typeface="Arial"/>
            </a:endParaRPr>
          </a:p>
          <a:p>
            <a:pPr indent="0" defTabSz="457200">
              <a:lnSpc>
                <a:spcPct val="100000"/>
              </a:lnSpc>
              <a:spcBef>
                <a:spcPts val="1001"/>
              </a:spcBef>
              <a:buNone/>
              <a:tabLst>
                <a:tab algn="l" pos="0"/>
              </a:tabLst>
            </a:pPr>
            <a:r>
              <a:rPr b="0" lang="en-US" sz="1800" strike="noStrike" u="none">
                <a:solidFill>
                  <a:schemeClr val="dk1"/>
                </a:solidFill>
                <a:effectLst/>
                <a:uFillTx/>
                <a:latin typeface="Century Gothic"/>
              </a:rPr>
              <a:t>This lack of data-driven decision-making puts Zimbabwean retailers at a significant disadvantage compared to their counterparts in other markets who leverage technology to gain insights and optimize their operations</a:t>
            </a:r>
            <a:r>
              <a:rPr b="0" lang="en-US" sz="1800" strike="noStrike" u="none">
                <a:solidFill>
                  <a:schemeClr val="dk1">
                    <a:lumMod val="75000"/>
                    <a:lumOff val="25000"/>
                  </a:schemeClr>
                </a:solidFill>
                <a:effectLst/>
                <a:uFillTx/>
                <a:latin typeface="Century Gothic"/>
              </a:rPr>
              <a:t>.</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1" lang="en-US" sz="3600" strike="noStrike" u="none">
                <a:solidFill>
                  <a:schemeClr val="dk1">
                    <a:lumMod val="85000"/>
                    <a:lumOff val="15000"/>
                  </a:schemeClr>
                </a:solidFill>
                <a:effectLst/>
                <a:uFillTx/>
                <a:latin typeface="Century Gothic"/>
              </a:rPr>
              <a:t>AIM</a:t>
            </a:r>
            <a:endParaRPr b="0" lang="en-US" sz="3600" strike="noStrike" u="none">
              <a:solidFill>
                <a:srgbClr val="000000"/>
              </a:solidFill>
              <a:effectLst/>
              <a:uFillTx/>
              <a:latin typeface="Arial"/>
            </a:endParaRPr>
          </a:p>
        </p:txBody>
      </p:sp>
      <p:sp>
        <p:nvSpPr>
          <p:cNvPr id="545" name="PlaceHolder 2"/>
          <p:cNvSpPr>
            <a:spLocks noGrp="1"/>
          </p:cNvSpPr>
          <p:nvPr>
            <p:ph/>
          </p:nvPr>
        </p:nvSpPr>
        <p:spPr>
          <a:xfrm>
            <a:off x="1154880" y="1474920"/>
            <a:ext cx="10656720" cy="4856040"/>
          </a:xfrm>
          <a:prstGeom prst="rect">
            <a:avLst/>
          </a:prstGeom>
          <a:noFill/>
          <a:ln w="0">
            <a:noFill/>
          </a:ln>
        </p:spPr>
        <p:txBody>
          <a:bodyPr lIns="91440" rIns="91440" tIns="45720" bIns="4572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chemeClr val="dk1">
                    <a:lumMod val="75000"/>
                    <a:lumOff val="25000"/>
                  </a:schemeClr>
                </a:solidFill>
                <a:effectLst/>
                <a:uFillTx/>
                <a:latin typeface="Century Gothic"/>
              </a:rPr>
              <a:t>To provide a comprehensive platform that enables informed decision making, streamlines retail operations, and drives business growth.</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1" lang="en-US" sz="3600" strike="noStrike" u="none">
                <a:solidFill>
                  <a:schemeClr val="dk1">
                    <a:lumMod val="85000"/>
                    <a:lumOff val="15000"/>
                  </a:schemeClr>
                </a:solidFill>
                <a:effectLst/>
                <a:uFillTx/>
                <a:latin typeface="Century Gothic"/>
              </a:rPr>
              <a:t>OBJECTIVES</a:t>
            </a:r>
            <a:r>
              <a:rPr b="0" lang="en-US" sz="3600" strike="noStrike" u="none">
                <a:solidFill>
                  <a:schemeClr val="dk1">
                    <a:lumMod val="85000"/>
                    <a:lumOff val="15000"/>
                  </a:schemeClr>
                </a:solidFill>
                <a:effectLst/>
                <a:uFillTx/>
                <a:latin typeface="Century Gothic"/>
              </a:rPr>
              <a:t> </a:t>
            </a:r>
            <a:endParaRPr b="0" lang="en-US" sz="3600" strike="noStrike" u="none">
              <a:solidFill>
                <a:srgbClr val="000000"/>
              </a:solidFill>
              <a:effectLst/>
              <a:uFillTx/>
              <a:latin typeface="Arial"/>
            </a:endParaRPr>
          </a:p>
        </p:txBody>
      </p:sp>
      <p:sp>
        <p:nvSpPr>
          <p:cNvPr id="547" name="PlaceHolder 2"/>
          <p:cNvSpPr>
            <a:spLocks noGrp="1"/>
          </p:cNvSpPr>
          <p:nvPr>
            <p:ph/>
          </p:nvPr>
        </p:nvSpPr>
        <p:spPr>
          <a:xfrm>
            <a:off x="2589120" y="2456280"/>
            <a:ext cx="8914680" cy="3776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To streamline retail workflow and integrate with Point of Sale</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To forecast inventory levels</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To predict future sales and market trends based on historical data</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To generate and visualize reports for informed decision</a:t>
            </a:r>
            <a:endParaRPr b="0" lang="en-US" sz="1800" strike="noStrike" u="none">
              <a:solidFill>
                <a:srgbClr val="000000"/>
              </a:solidFill>
              <a:effectLst/>
              <a:uFillTx/>
              <a:latin typeface="Arial"/>
            </a:endParaRPr>
          </a:p>
          <a:p>
            <a:pPr indent="0" defTabSz="457200">
              <a:lnSpc>
                <a:spcPct val="100000"/>
              </a:lnSpc>
              <a:spcBef>
                <a:spcPts val="1001"/>
              </a:spcBef>
              <a:buNone/>
              <a:tabLst>
                <a:tab algn="l" pos="0"/>
              </a:tabLst>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1" lang="en-US" sz="3600" strike="noStrike" u="none">
                <a:solidFill>
                  <a:schemeClr val="dk1">
                    <a:lumMod val="85000"/>
                    <a:lumOff val="15000"/>
                  </a:schemeClr>
                </a:solidFill>
                <a:effectLst/>
                <a:uFillTx/>
                <a:latin typeface="Century Gothic"/>
              </a:rPr>
              <a:t>HYPOTHESIS</a:t>
            </a:r>
            <a:endParaRPr b="0" lang="en-US" sz="3600" strike="noStrike" u="none">
              <a:solidFill>
                <a:srgbClr val="000000"/>
              </a:solidFill>
              <a:effectLst/>
              <a:uFillTx/>
              <a:latin typeface="Arial"/>
            </a:endParaRPr>
          </a:p>
        </p:txBody>
      </p:sp>
      <p:sp>
        <p:nvSpPr>
          <p:cNvPr id="549" name="PlaceHolder 2"/>
          <p:cNvSpPr>
            <a:spLocks noGrp="1"/>
          </p:cNvSpPr>
          <p:nvPr>
            <p:ph/>
          </p:nvPr>
        </p:nvSpPr>
        <p:spPr>
          <a:xfrm>
            <a:off x="2554200" y="2456280"/>
            <a:ext cx="8914680" cy="3776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It is hypothesized that introducing smart retail, with its advanced data analysis tools and ML capabilities, will empower SMEs to gain valuable insights from their sales data and make informed decisions for business growth</a:t>
            </a:r>
            <a:endParaRPr b="0" lang="en-US" sz="1800" strike="noStrike" u="none">
              <a:solidFill>
                <a:srgbClr val="000000"/>
              </a:solidFill>
              <a:effectLst/>
              <a:uFillTx/>
              <a:latin typeface="Arial"/>
            </a:endParaRPr>
          </a:p>
          <a:p>
            <a:pPr indent="0" defTabSz="457200">
              <a:lnSpc>
                <a:spcPct val="100000"/>
              </a:lnSpc>
              <a:spcBef>
                <a:spcPts val="1001"/>
              </a:spcBef>
              <a:buNone/>
              <a:tabLst>
                <a:tab algn="l" pos="0"/>
              </a:tabLst>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1" lang="en-US" sz="3600" strike="noStrike" u="none">
                <a:solidFill>
                  <a:schemeClr val="dk1"/>
                </a:solidFill>
                <a:effectLst/>
                <a:uFillTx/>
                <a:latin typeface="Century Gothic"/>
              </a:rPr>
              <a:t>PROPOSED TOOLS: minimum development tools </a:t>
            </a:r>
            <a:endParaRPr b="0" lang="en-US" sz="3600" strike="noStrike" u="none">
              <a:solidFill>
                <a:srgbClr val="000000"/>
              </a:solidFill>
              <a:effectLst/>
              <a:uFillTx/>
              <a:latin typeface="Arial"/>
            </a:endParaRPr>
          </a:p>
        </p:txBody>
      </p:sp>
      <p:graphicFrame>
        <p:nvGraphicFramePr>
          <p:cNvPr id="551" name="Content Placeholder 5"/>
          <p:cNvGraphicFramePr/>
          <p:nvPr/>
        </p:nvGraphicFramePr>
        <p:xfrm>
          <a:off x="1154880" y="2083680"/>
          <a:ext cx="10348920" cy="4685040"/>
        </p:xfrm>
        <a:graphic>
          <a:graphicData uri="http://schemas.openxmlformats.org/drawingml/2006/table">
            <a:tbl>
              <a:tblPr/>
              <a:tblGrid>
                <a:gridCol w="2571840"/>
                <a:gridCol w="7777440"/>
              </a:tblGrid>
              <a:tr h="547560">
                <a:tc>
                  <a:txBody>
                    <a:bodyPr lIns="68400" rIns="68400" anchor="t">
                      <a:noAutofit/>
                    </a:bodyPr>
                    <a:p>
                      <a:pPr marL="457200" algn="just" defTabSz="457200">
                        <a:lnSpc>
                          <a:spcPct val="107000"/>
                        </a:lnSpc>
                      </a:pPr>
                      <a:r>
                        <a:rPr b="1" lang="en-US" sz="2400" strike="noStrike" u="none">
                          <a:solidFill>
                            <a:schemeClr val="dk1"/>
                          </a:solidFill>
                          <a:effectLst/>
                          <a:uFillTx/>
                          <a:latin typeface="Century Gothic"/>
                        </a:rPr>
                        <a:t>Component</a:t>
                      </a:r>
                      <a:r>
                        <a:rPr b="1" lang="en-US" sz="2400" strike="noStrike" u="none">
                          <a:solidFill>
                            <a:schemeClr val="accent1">
                              <a:lumMod val="60000"/>
                              <a:lumOff val="40000"/>
                            </a:schemeClr>
                          </a:solidFill>
                          <a:effectLst/>
                          <a:uFillTx/>
                          <a:latin typeface="Century Gothic"/>
                        </a:rPr>
                        <a:t> </a:t>
                      </a:r>
                      <a:endParaRPr b="0" lang="en-US" sz="24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4"/>
                    </a:solidFill>
                  </a:tcPr>
                </a:tc>
                <a:tc>
                  <a:txBody>
                    <a:bodyPr lIns="68400" rIns="68400" anchor="t">
                      <a:noAutofit/>
                    </a:bodyPr>
                    <a:p>
                      <a:pPr marL="457200" algn="just" defTabSz="457200">
                        <a:lnSpc>
                          <a:spcPct val="107000"/>
                        </a:lnSpc>
                        <a:spcAft>
                          <a:spcPts val="799"/>
                        </a:spcAft>
                      </a:pPr>
                      <a:r>
                        <a:rPr b="1" lang="en-US" sz="2800" strike="noStrike" u="none">
                          <a:solidFill>
                            <a:schemeClr val="dk1"/>
                          </a:solidFill>
                          <a:effectLst/>
                          <a:uFillTx/>
                          <a:latin typeface="Century Gothic"/>
                        </a:rPr>
                        <a:t>Specifications</a:t>
                      </a:r>
                      <a:r>
                        <a:rPr b="1" lang="en-US" sz="2800" strike="noStrike" u="none">
                          <a:solidFill>
                            <a:schemeClr val="accent1">
                              <a:lumMod val="60000"/>
                              <a:lumOff val="40000"/>
                            </a:schemeClr>
                          </a:solidFill>
                          <a:effectLst/>
                          <a:uFillTx/>
                          <a:latin typeface="Century Gothic"/>
                        </a:rPr>
                        <a:t> </a:t>
                      </a:r>
                      <a:endParaRPr b="0" lang="en-US" sz="28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4"/>
                    </a:solidFill>
                  </a:tcPr>
                </a:tc>
              </a:tr>
              <a:tr h="703800">
                <a:tc>
                  <a:txBody>
                    <a:bodyPr lIns="68400" rIns="68400" anchor="t">
                      <a:noAutofit/>
                    </a:bodyPr>
                    <a:p>
                      <a:pPr marL="457200" algn="just" defTabSz="457200">
                        <a:lnSpc>
                          <a:spcPct val="107000"/>
                        </a:lnSpc>
                      </a:pPr>
                      <a:r>
                        <a:rPr b="1" lang="en-US" sz="1800" strike="noStrike" u="none">
                          <a:solidFill>
                            <a:schemeClr val="dk1"/>
                          </a:solidFill>
                          <a:effectLst/>
                          <a:uFillTx/>
                          <a:latin typeface="Century Gothic"/>
                        </a:rPr>
                        <a:t>Operating</a:t>
                      </a:r>
                      <a:r>
                        <a:rPr b="1" lang="en-US" sz="1800" strike="noStrike" u="none">
                          <a:solidFill>
                            <a:schemeClr val="accent1">
                              <a:lumMod val="60000"/>
                              <a:lumOff val="40000"/>
                            </a:schemeClr>
                          </a:solidFill>
                          <a:effectLst/>
                          <a:uFillTx/>
                          <a:latin typeface="Century Gothic"/>
                        </a:rPr>
                        <a:t> </a:t>
                      </a:r>
                      <a:r>
                        <a:rPr b="1" lang="en-US" sz="1800" strike="noStrike" u="none">
                          <a:solidFill>
                            <a:schemeClr val="dk1"/>
                          </a:solidFill>
                          <a:effectLst/>
                          <a:uFillTx/>
                          <a:latin typeface="Century Gothic"/>
                        </a:rPr>
                        <a:t>system</a:t>
                      </a:r>
                      <a:r>
                        <a:rPr b="1" lang="en-US" sz="1800" strike="noStrike" u="none">
                          <a:solidFill>
                            <a:schemeClr val="accent1">
                              <a:lumMod val="60000"/>
                              <a:lumOff val="40000"/>
                            </a:schemeClr>
                          </a:solidFill>
                          <a:effectLst/>
                          <a:uFillTx/>
                          <a:latin typeface="Century Gothic"/>
                        </a:rPr>
                        <a:t> </a:t>
                      </a:r>
                      <a:endParaRPr b="0" lang="en-US" sz="18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solidFill>
                  </a:tcPr>
                </a:tc>
                <a:tc>
                  <a:txBody>
                    <a:bodyPr lIns="68400" rIns="68400" anchor="t">
                      <a:noAutofit/>
                    </a:bodyPr>
                    <a:p>
                      <a:pPr marL="457200" algn="just" defTabSz="457200">
                        <a:lnSpc>
                          <a:spcPct val="107000"/>
                        </a:lnSpc>
                        <a:spcAft>
                          <a:spcPts val="799"/>
                        </a:spcAft>
                      </a:pPr>
                      <a:r>
                        <a:rPr b="0" lang="en-US" sz="1800" strike="noStrike" u="none">
                          <a:solidFill>
                            <a:schemeClr val="dk1"/>
                          </a:solidFill>
                          <a:effectLst/>
                          <a:uFillTx/>
                          <a:latin typeface="Century Gothic"/>
                        </a:rPr>
                        <a:t>At least android version 9 and above</a:t>
                      </a:r>
                      <a:endParaRPr b="0" lang="en-US" sz="1800" strike="noStrike" u="none">
                        <a:solidFill>
                          <a:srgbClr val="000000"/>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r>
              <a:tr h="739440">
                <a:tc>
                  <a:txBody>
                    <a:bodyPr lIns="68400" rIns="68400" anchor="t">
                      <a:noAutofit/>
                    </a:bodyPr>
                    <a:p>
                      <a:pPr marL="457200" algn="just" defTabSz="457200">
                        <a:lnSpc>
                          <a:spcPct val="107000"/>
                        </a:lnSpc>
                      </a:pPr>
                      <a:r>
                        <a:rPr b="1" lang="en-US" sz="1800" strike="noStrike" u="none">
                          <a:solidFill>
                            <a:schemeClr val="dk1"/>
                          </a:solidFill>
                          <a:effectLst/>
                          <a:uFillTx/>
                          <a:latin typeface="Century Gothic"/>
                        </a:rPr>
                        <a:t>Frontend</a:t>
                      </a:r>
                      <a:r>
                        <a:rPr b="1" lang="en-US" sz="1800" strike="noStrike" u="none">
                          <a:solidFill>
                            <a:schemeClr val="accent1">
                              <a:lumMod val="60000"/>
                              <a:lumOff val="40000"/>
                            </a:schemeClr>
                          </a:solidFill>
                          <a:effectLst/>
                          <a:uFillTx/>
                          <a:latin typeface="Century Gothic"/>
                        </a:rPr>
                        <a:t> </a:t>
                      </a:r>
                      <a:endParaRPr b="0" lang="en-US" sz="18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solidFill>
                  </a:tcPr>
                </a:tc>
                <a:tc>
                  <a:txBody>
                    <a:bodyPr lIns="68400" rIns="68400" anchor="t">
                      <a:noAutofit/>
                    </a:bodyPr>
                    <a:p>
                      <a:pPr marL="457200" algn="just" defTabSz="457200">
                        <a:lnSpc>
                          <a:spcPct val="107000"/>
                        </a:lnSpc>
                      </a:pPr>
                      <a:r>
                        <a:rPr b="0" lang="en-US" sz="1800" strike="noStrike" u="none">
                          <a:solidFill>
                            <a:schemeClr val="dk1"/>
                          </a:solidFill>
                          <a:effectLst/>
                          <a:uFillTx/>
                          <a:latin typeface="Century Gothic"/>
                        </a:rPr>
                        <a:t>IDE (Android Studio), dart programing language, UI Design Tools (Figma), android emulator</a:t>
                      </a:r>
                      <a:endParaRPr b="0" lang="en-US" sz="1800" strike="noStrike" u="none">
                        <a:solidFill>
                          <a:srgbClr val="000000"/>
                        </a:solidFill>
                        <a:effectLst/>
                        <a:uFillTx/>
                        <a:latin typeface="Arial"/>
                      </a:endParaRPr>
                    </a:p>
                    <a:p>
                      <a:pPr marL="457200" algn="just" defTabSz="457200">
                        <a:lnSpc>
                          <a:spcPct val="107000"/>
                        </a:lnSpc>
                        <a:spcAft>
                          <a:spcPts val="799"/>
                        </a:spcAft>
                      </a:pPr>
                      <a:r>
                        <a:rPr b="0" lang="en-US" sz="1800" strike="noStrike" u="none">
                          <a:solidFill>
                            <a:schemeClr val="dk1"/>
                          </a:solidFill>
                          <a:effectLst/>
                          <a:uFillTx/>
                          <a:latin typeface="Century Gothic"/>
                        </a:rPr>
                        <a:t> </a:t>
                      </a:r>
                      <a:endParaRPr b="0" lang="en-US" sz="1800" strike="noStrike" u="none">
                        <a:solidFill>
                          <a:srgbClr val="000000"/>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20000"/>
                      </a:schemeClr>
                    </a:solidFill>
                  </a:tcPr>
                </a:tc>
              </a:tr>
              <a:tr h="869760">
                <a:tc>
                  <a:txBody>
                    <a:bodyPr lIns="68400" rIns="68400" anchor="t">
                      <a:noAutofit/>
                    </a:bodyPr>
                    <a:p>
                      <a:pPr marL="457200" algn="just" defTabSz="457200">
                        <a:lnSpc>
                          <a:spcPct val="107000"/>
                        </a:lnSpc>
                        <a:spcAft>
                          <a:spcPts val="799"/>
                        </a:spcAft>
                      </a:pPr>
                      <a:r>
                        <a:rPr b="1" lang="en-US" sz="1800" strike="noStrike" u="none">
                          <a:solidFill>
                            <a:schemeClr val="dk1"/>
                          </a:solidFill>
                          <a:effectLst/>
                          <a:uFillTx/>
                          <a:latin typeface="Century Gothic"/>
                        </a:rPr>
                        <a:t>Backend</a:t>
                      </a:r>
                      <a:r>
                        <a:rPr b="1" lang="en-US" sz="1800" strike="noStrike" u="none">
                          <a:solidFill>
                            <a:schemeClr val="accent1">
                              <a:lumMod val="60000"/>
                              <a:lumOff val="40000"/>
                            </a:schemeClr>
                          </a:solidFill>
                          <a:effectLst/>
                          <a:uFillTx/>
                          <a:latin typeface="Century Gothic"/>
                        </a:rPr>
                        <a:t> </a:t>
                      </a:r>
                      <a:endParaRPr b="0" lang="en-US" sz="18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solidFill>
                  </a:tcPr>
                </a:tc>
                <a:tc>
                  <a:txBody>
                    <a:bodyPr lIns="68400" rIns="68400" anchor="t">
                      <a:noAutofit/>
                    </a:bodyPr>
                    <a:p>
                      <a:pPr defTabSz="457200">
                        <a:lnSpc>
                          <a:spcPct val="107000"/>
                        </a:lnSpc>
                        <a:spcAft>
                          <a:spcPts val="799"/>
                        </a:spcAft>
                      </a:pPr>
                      <a:r>
                        <a:rPr b="0" lang="en-US" sz="1800" strike="noStrike" u="none">
                          <a:solidFill>
                            <a:schemeClr val="dk1"/>
                          </a:solidFill>
                          <a:effectLst/>
                          <a:uFillTx/>
                          <a:latin typeface="Century Gothic"/>
                        </a:rPr>
                        <a:t>Flutter Framework, Sqlite DB and Google Firebase, TensorFlow</a:t>
                      </a:r>
                      <a:endParaRPr b="0" lang="en-US" sz="1800" strike="noStrike" u="none">
                        <a:solidFill>
                          <a:srgbClr val="000000"/>
                        </a:solidFill>
                        <a:effectLst/>
                        <a:uFillTx/>
                        <a:latin typeface="Arial"/>
                      </a:endParaRPr>
                    </a:p>
                    <a:p>
                      <a:pPr marL="457200" algn="just" defTabSz="457200">
                        <a:lnSpc>
                          <a:spcPct val="107000"/>
                        </a:lnSpc>
                        <a:spcAft>
                          <a:spcPts val="799"/>
                        </a:spcAft>
                      </a:pPr>
                      <a:r>
                        <a:rPr b="0" lang="en-US" sz="1800" strike="noStrike" u="none">
                          <a:solidFill>
                            <a:schemeClr val="dk1"/>
                          </a:solidFill>
                          <a:effectLst/>
                          <a:uFillTx/>
                          <a:latin typeface="Century Gothic"/>
                        </a:rPr>
                        <a:t> </a:t>
                      </a:r>
                      <a:endParaRPr b="0" lang="en-US" sz="1800" strike="noStrike" u="none">
                        <a:solidFill>
                          <a:srgbClr val="000000"/>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r>
              <a:tr h="603000">
                <a:tc>
                  <a:txBody>
                    <a:bodyPr lIns="68400" rIns="68400" anchor="t">
                      <a:noAutofit/>
                    </a:bodyPr>
                    <a:p>
                      <a:pPr marL="457200" algn="just" defTabSz="457200">
                        <a:lnSpc>
                          <a:spcPct val="107000"/>
                        </a:lnSpc>
                      </a:pPr>
                      <a:r>
                        <a:rPr b="1" lang="en-US" sz="1800" strike="noStrike" u="none">
                          <a:solidFill>
                            <a:schemeClr val="dk1"/>
                          </a:solidFill>
                          <a:effectLst/>
                          <a:uFillTx/>
                          <a:latin typeface="Century Gothic"/>
                        </a:rPr>
                        <a:t>Development</a:t>
                      </a:r>
                      <a:r>
                        <a:rPr b="1" lang="en-US" sz="1800" strike="noStrike" u="none">
                          <a:solidFill>
                            <a:schemeClr val="accent1">
                              <a:lumMod val="60000"/>
                              <a:lumOff val="40000"/>
                            </a:schemeClr>
                          </a:solidFill>
                          <a:effectLst/>
                          <a:uFillTx/>
                          <a:latin typeface="Century Gothic"/>
                        </a:rPr>
                        <a:t> </a:t>
                      </a:r>
                      <a:r>
                        <a:rPr b="1" lang="en-US" sz="1800" strike="noStrike" u="none">
                          <a:solidFill>
                            <a:schemeClr val="dk1"/>
                          </a:solidFill>
                          <a:effectLst/>
                          <a:uFillTx/>
                          <a:latin typeface="Century Gothic"/>
                        </a:rPr>
                        <a:t>kit</a:t>
                      </a:r>
                      <a:r>
                        <a:rPr b="1" lang="en-US" sz="1800" strike="noStrike" u="none">
                          <a:solidFill>
                            <a:schemeClr val="accent1">
                              <a:lumMod val="60000"/>
                              <a:lumOff val="40000"/>
                            </a:schemeClr>
                          </a:solidFill>
                          <a:effectLst/>
                          <a:uFillTx/>
                          <a:latin typeface="Century Gothic"/>
                        </a:rPr>
                        <a:t> </a:t>
                      </a:r>
                      <a:endParaRPr b="0" lang="en-US" sz="18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solidFill>
                  </a:tcPr>
                </a:tc>
                <a:tc>
                  <a:txBody>
                    <a:bodyPr lIns="68400" rIns="68400" anchor="t">
                      <a:noAutofit/>
                    </a:bodyPr>
                    <a:p>
                      <a:pPr marL="457200" algn="just" defTabSz="457200">
                        <a:lnSpc>
                          <a:spcPct val="107000"/>
                        </a:lnSpc>
                        <a:spcAft>
                          <a:spcPts val="799"/>
                        </a:spcAft>
                      </a:pPr>
                      <a:r>
                        <a:rPr b="0" lang="en-US" sz="1800" strike="noStrike" u="none">
                          <a:solidFill>
                            <a:schemeClr val="dk1"/>
                          </a:solidFill>
                          <a:effectLst/>
                          <a:uFillTx/>
                          <a:latin typeface="Century Gothic"/>
                        </a:rPr>
                        <a:t>Flutter SDK , Android SDK , Github Actions</a:t>
                      </a:r>
                      <a:endParaRPr b="0" lang="en-US" sz="1800" strike="noStrike" u="none">
                        <a:solidFill>
                          <a:srgbClr val="000000"/>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20000"/>
                      </a:schemeClr>
                    </a:solidFill>
                  </a:tcPr>
                </a:tc>
              </a:tr>
              <a:tr h="666360">
                <a:tc>
                  <a:txBody>
                    <a:bodyPr lIns="68400" rIns="68400" anchor="t">
                      <a:noAutofit/>
                    </a:bodyPr>
                    <a:p>
                      <a:pPr marL="457200" algn="just" defTabSz="457200">
                        <a:lnSpc>
                          <a:spcPct val="107000"/>
                        </a:lnSpc>
                      </a:pPr>
                      <a:r>
                        <a:rPr b="1" lang="en-US" sz="1800" strike="noStrike" u="none">
                          <a:solidFill>
                            <a:schemeClr val="dk1"/>
                          </a:solidFill>
                          <a:effectLst/>
                          <a:uFillTx/>
                          <a:latin typeface="Century Gothic"/>
                        </a:rPr>
                        <a:t>Development</a:t>
                      </a:r>
                      <a:r>
                        <a:rPr b="1" lang="en-US" sz="1800" strike="noStrike" u="none">
                          <a:solidFill>
                            <a:schemeClr val="accent1">
                              <a:lumMod val="60000"/>
                              <a:lumOff val="40000"/>
                            </a:schemeClr>
                          </a:solidFill>
                          <a:effectLst/>
                          <a:uFillTx/>
                          <a:latin typeface="Century Gothic"/>
                        </a:rPr>
                        <a:t> </a:t>
                      </a:r>
                      <a:r>
                        <a:rPr b="1" lang="en-US" sz="1800" strike="noStrike" u="none">
                          <a:solidFill>
                            <a:schemeClr val="dk1"/>
                          </a:solidFill>
                          <a:effectLst/>
                          <a:uFillTx/>
                          <a:latin typeface="Century Gothic"/>
                        </a:rPr>
                        <a:t>Type</a:t>
                      </a:r>
                      <a:endParaRPr b="0" lang="en-US" sz="18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solidFill>
                  </a:tcPr>
                </a:tc>
                <a:tc>
                  <a:txBody>
                    <a:bodyPr lIns="68400" rIns="68400" anchor="t">
                      <a:noAutofit/>
                    </a:bodyPr>
                    <a:p>
                      <a:pPr marL="457200" algn="just" defTabSz="457200">
                        <a:lnSpc>
                          <a:spcPct val="107000"/>
                        </a:lnSpc>
                        <a:spcAft>
                          <a:spcPts val="799"/>
                        </a:spcAft>
                      </a:pPr>
                      <a:r>
                        <a:rPr b="0" lang="en-US" sz="1800" strike="noStrike" u="none">
                          <a:solidFill>
                            <a:schemeClr val="dk1"/>
                          </a:solidFill>
                          <a:effectLst/>
                          <a:uFillTx/>
                          <a:latin typeface="Century Gothic"/>
                        </a:rPr>
                        <a:t>Prototyping and Incremental Development software process model</a:t>
                      </a:r>
                      <a:endParaRPr b="0" lang="en-US" sz="1800" strike="noStrike" u="none">
                        <a:solidFill>
                          <a:srgbClr val="000000"/>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1" lang="en-US" sz="3600" strike="noStrike" u="none">
                <a:solidFill>
                  <a:schemeClr val="dk1">
                    <a:lumMod val="85000"/>
                    <a:lumOff val="15000"/>
                  </a:schemeClr>
                </a:solidFill>
                <a:effectLst/>
                <a:uFillTx/>
                <a:latin typeface="Century Gothic"/>
              </a:rPr>
              <a:t>Minimum hardware requirements: retailer </a:t>
            </a:r>
            <a:endParaRPr b="0" lang="en-US" sz="3600" strike="noStrike" u="none">
              <a:solidFill>
                <a:srgbClr val="000000"/>
              </a:solidFill>
              <a:effectLst/>
              <a:uFillTx/>
              <a:latin typeface="Arial"/>
            </a:endParaRPr>
          </a:p>
        </p:txBody>
      </p:sp>
      <p:graphicFrame>
        <p:nvGraphicFramePr>
          <p:cNvPr id="553" name="Content Placeholder 3"/>
          <p:cNvGraphicFramePr/>
          <p:nvPr/>
        </p:nvGraphicFramePr>
        <p:xfrm>
          <a:off x="1508040" y="2263680"/>
          <a:ext cx="8557920" cy="3297600"/>
        </p:xfrm>
        <a:graphic>
          <a:graphicData uri="http://schemas.openxmlformats.org/drawingml/2006/table">
            <a:tbl>
              <a:tblPr/>
              <a:tblGrid>
                <a:gridCol w="2539080"/>
                <a:gridCol w="6019200"/>
              </a:tblGrid>
              <a:tr h="824400">
                <a:tc>
                  <a:txBody>
                    <a:bodyPr lIns="68400" rIns="68400" anchor="t">
                      <a:noAutofit/>
                    </a:bodyPr>
                    <a:p>
                      <a:pPr marL="457200" algn="just" defTabSz="457200">
                        <a:lnSpc>
                          <a:spcPct val="107000"/>
                        </a:lnSpc>
                      </a:pPr>
                      <a:r>
                        <a:rPr b="1" lang="en-US" sz="2400" strike="noStrike" u="none">
                          <a:solidFill>
                            <a:schemeClr val="dk1"/>
                          </a:solidFill>
                          <a:effectLst/>
                          <a:uFillTx/>
                          <a:latin typeface="Century Gothic"/>
                        </a:rPr>
                        <a:t>Component</a:t>
                      </a:r>
                      <a:r>
                        <a:rPr b="1" lang="en-US" sz="1800" strike="noStrike" u="none">
                          <a:solidFill>
                            <a:schemeClr val="dk1"/>
                          </a:solidFill>
                          <a:effectLst/>
                          <a:uFillTx/>
                          <a:latin typeface="Century Gothic"/>
                        </a:rPr>
                        <a:t> </a:t>
                      </a:r>
                      <a:endParaRPr b="0" lang="en-US" sz="18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4"/>
                    </a:solidFill>
                  </a:tcPr>
                </a:tc>
                <a:tc>
                  <a:txBody>
                    <a:bodyPr lIns="68400" rIns="68400" anchor="t">
                      <a:noAutofit/>
                    </a:bodyPr>
                    <a:p>
                      <a:pPr marL="457200" algn="just" defTabSz="457200">
                        <a:lnSpc>
                          <a:spcPct val="107000"/>
                        </a:lnSpc>
                        <a:spcAft>
                          <a:spcPts val="799"/>
                        </a:spcAft>
                      </a:pPr>
                      <a:r>
                        <a:rPr b="1" lang="en-US" sz="2400" strike="noStrike" u="none">
                          <a:solidFill>
                            <a:schemeClr val="dk1"/>
                          </a:solidFill>
                          <a:effectLst/>
                          <a:uFillTx/>
                          <a:latin typeface="Century Gothic"/>
                        </a:rPr>
                        <a:t>Specifications</a:t>
                      </a:r>
                      <a:r>
                        <a:rPr b="1" lang="en-US" sz="1200" strike="noStrike" u="none">
                          <a:solidFill>
                            <a:schemeClr val="lt1"/>
                          </a:solidFill>
                          <a:effectLst/>
                          <a:uFillTx/>
                          <a:latin typeface="Century Gothic"/>
                        </a:rPr>
                        <a:t> </a:t>
                      </a:r>
                      <a:endParaRPr b="0" lang="en-US" sz="12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4"/>
                    </a:solidFill>
                  </a:tcPr>
                </a:tc>
              </a:tr>
              <a:tr h="824400">
                <a:tc>
                  <a:txBody>
                    <a:bodyPr lIns="68400" rIns="68400" anchor="t">
                      <a:noAutofit/>
                    </a:bodyPr>
                    <a:p>
                      <a:pPr marL="457200" algn="just" defTabSz="457200">
                        <a:lnSpc>
                          <a:spcPct val="107000"/>
                        </a:lnSpc>
                      </a:pPr>
                      <a:r>
                        <a:rPr b="1" lang="en-US" sz="1800" strike="noStrike" u="none">
                          <a:solidFill>
                            <a:schemeClr val="dk1"/>
                          </a:solidFill>
                          <a:effectLst/>
                          <a:uFillTx/>
                          <a:latin typeface="Century Gothic"/>
                        </a:rPr>
                        <a:t>Mobile Device</a:t>
                      </a:r>
                      <a:endParaRPr b="0" lang="en-US" sz="18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solidFill>
                  </a:tcPr>
                </a:tc>
                <a:tc>
                  <a:txBody>
                    <a:bodyPr lIns="68400" rIns="68400" anchor="t">
                      <a:noAutofit/>
                    </a:bodyPr>
                    <a:p>
                      <a:pPr marL="457200" algn="just" defTabSz="457200">
                        <a:lnSpc>
                          <a:spcPct val="107000"/>
                        </a:lnSpc>
                        <a:spcAft>
                          <a:spcPts val="799"/>
                        </a:spcAft>
                      </a:pPr>
                      <a:r>
                        <a:rPr b="0" lang="en-US" sz="1800" strike="noStrike" u="none">
                          <a:solidFill>
                            <a:schemeClr val="dk1"/>
                          </a:solidFill>
                          <a:effectLst/>
                          <a:uFillTx/>
                          <a:latin typeface="Century Gothic"/>
                        </a:rPr>
                        <a:t>Android version 8 and above</a:t>
                      </a:r>
                      <a:endParaRPr b="0" lang="en-US" sz="1800" strike="noStrike" u="none">
                        <a:solidFill>
                          <a:srgbClr val="000000"/>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r>
              <a:tr h="824400">
                <a:tc>
                  <a:txBody>
                    <a:bodyPr lIns="68400" rIns="68400" anchor="t">
                      <a:noAutofit/>
                    </a:bodyPr>
                    <a:p>
                      <a:pPr marL="457200" algn="just" defTabSz="457200">
                        <a:lnSpc>
                          <a:spcPct val="107000"/>
                        </a:lnSpc>
                      </a:pPr>
                      <a:r>
                        <a:rPr b="1" lang="en-US" sz="1800" strike="noStrike" u="none">
                          <a:solidFill>
                            <a:schemeClr val="dk1"/>
                          </a:solidFill>
                          <a:effectLst/>
                          <a:uFillTx/>
                          <a:latin typeface="Century Gothic"/>
                        </a:rPr>
                        <a:t>Mobile RAM</a:t>
                      </a:r>
                      <a:endParaRPr b="0" lang="en-US" sz="18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solidFill>
                  </a:tcPr>
                </a:tc>
                <a:tc>
                  <a:txBody>
                    <a:bodyPr lIns="68400" rIns="68400" anchor="t">
                      <a:noAutofit/>
                    </a:bodyPr>
                    <a:p>
                      <a:pPr marL="457200" algn="just" defTabSz="457200">
                        <a:lnSpc>
                          <a:spcPct val="107000"/>
                        </a:lnSpc>
                        <a:spcAft>
                          <a:spcPts val="799"/>
                        </a:spcAft>
                      </a:pPr>
                      <a:r>
                        <a:rPr b="0" lang="en-US" sz="1800" strike="noStrike" u="none">
                          <a:solidFill>
                            <a:schemeClr val="dk1"/>
                          </a:solidFill>
                          <a:effectLst/>
                          <a:uFillTx/>
                          <a:latin typeface="Century Gothic"/>
                        </a:rPr>
                        <a:t>At least 2 GB</a:t>
                      </a:r>
                      <a:endParaRPr b="0" lang="en-US" sz="1800" strike="noStrike" u="none">
                        <a:solidFill>
                          <a:srgbClr val="000000"/>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20000"/>
                      </a:schemeClr>
                    </a:solidFill>
                  </a:tcPr>
                </a:tc>
              </a:tr>
              <a:tr h="824400">
                <a:tc>
                  <a:txBody>
                    <a:bodyPr lIns="68400" rIns="68400" anchor="t">
                      <a:noAutofit/>
                    </a:bodyPr>
                    <a:p>
                      <a:pPr marL="457200" algn="just" defTabSz="457200">
                        <a:lnSpc>
                          <a:spcPct val="107000"/>
                        </a:lnSpc>
                      </a:pPr>
                      <a:r>
                        <a:rPr b="1" lang="en-US" sz="1800" strike="noStrike" u="none">
                          <a:solidFill>
                            <a:schemeClr val="dk1"/>
                          </a:solidFill>
                          <a:effectLst/>
                          <a:uFillTx/>
                          <a:latin typeface="Century Gothic"/>
                        </a:rPr>
                        <a:t>Mobile Storage</a:t>
                      </a:r>
                      <a:endParaRPr b="0" lang="en-US" sz="1800" strike="noStrike" u="none">
                        <a:solidFill>
                          <a:srgbClr val="ffffff"/>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solidFill>
                  </a:tcPr>
                </a:tc>
                <a:tc>
                  <a:txBody>
                    <a:bodyPr lIns="68400" rIns="68400" anchor="t">
                      <a:noAutofit/>
                    </a:bodyPr>
                    <a:p>
                      <a:pPr marL="457200" algn="just" defTabSz="457200">
                        <a:lnSpc>
                          <a:spcPct val="107000"/>
                        </a:lnSpc>
                        <a:spcAft>
                          <a:spcPts val="799"/>
                        </a:spcAft>
                      </a:pPr>
                      <a:r>
                        <a:rPr b="0" lang="en-US" sz="1800" strike="noStrike" u="none">
                          <a:solidFill>
                            <a:schemeClr val="dk1"/>
                          </a:solidFill>
                          <a:effectLst/>
                          <a:uFillTx/>
                          <a:latin typeface="Century Gothic"/>
                        </a:rPr>
                        <a:t>At least 4 GB</a:t>
                      </a:r>
                      <a:endParaRPr b="0" lang="en-US" sz="1800" strike="noStrike" u="none">
                        <a:solidFill>
                          <a:srgbClr val="000000"/>
                        </a:solidFill>
                        <a:effectLst/>
                        <a:uFillTx/>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defTabSz="457200">
              <a:lnSpc>
                <a:spcPct val="100000"/>
              </a:lnSpc>
              <a:buNone/>
              <a:tabLst>
                <a:tab algn="l" pos="0"/>
              </a:tabLst>
            </a:pPr>
            <a:r>
              <a:rPr b="1" lang="en-US" sz="3600" strike="noStrike" u="none">
                <a:solidFill>
                  <a:schemeClr val="dk1">
                    <a:lumMod val="85000"/>
                    <a:lumOff val="15000"/>
                  </a:schemeClr>
                </a:solidFill>
                <a:effectLst/>
                <a:uFillTx/>
                <a:latin typeface="Century Gothic"/>
              </a:rPr>
              <a:t>JUSTIFICATION</a:t>
            </a:r>
            <a:endParaRPr b="0" lang="en-US" sz="3600" strike="noStrike" u="none">
              <a:solidFill>
                <a:srgbClr val="000000"/>
              </a:solidFill>
              <a:effectLst/>
              <a:uFillTx/>
              <a:latin typeface="Arial"/>
            </a:endParaRPr>
          </a:p>
        </p:txBody>
      </p:sp>
      <p:sp>
        <p:nvSpPr>
          <p:cNvPr id="555" name="PlaceHolder 2"/>
          <p:cNvSpPr>
            <a:spLocks noGrp="1"/>
          </p:cNvSpPr>
          <p:nvPr>
            <p:ph/>
          </p:nvPr>
        </p:nvSpPr>
        <p:spPr>
          <a:xfrm>
            <a:off x="1154880" y="1905120"/>
            <a:ext cx="10326960" cy="4114080"/>
          </a:xfrm>
          <a:prstGeom prst="rect">
            <a:avLst/>
          </a:prstGeom>
          <a:noFill/>
          <a:ln w="0">
            <a:noFill/>
          </a:ln>
        </p:spPr>
        <p:txBody>
          <a:bodyPr lIns="91440" rIns="91440" tIns="45720" bIns="45720" anchor="t">
            <a:normAutofit lnSpcReduction="9999"/>
          </a:bodyPr>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The smart retail will offer numerous benefits to SMEs in Zimbabwe, including:</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Knowledge management: Centralizing and sharing organizational knowledge.</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 </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Security and compliance: Ensuring data privacy and adhering to relevant regulations.</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Enhanced Sales Visibility and Insights: Real-time sales dashboards and predictive sales analytics will provide SMEs with a comprehensive understanding of their sales performance</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Business process automation: Streamlining workflows and reducing manual tasks.</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Data analysis and reporting: Generating and visualizing reports for informed decision-making</a:t>
            </a:r>
            <a:endParaRPr b="0" lang="en-US" sz="1800" strike="noStrike" u="none">
              <a:solidFill>
                <a:srgbClr val="000000"/>
              </a:solidFill>
              <a:effectLst/>
              <a:uFillTx/>
              <a:latin typeface="Arial"/>
            </a:endParaRPr>
          </a:p>
          <a:p>
            <a:pPr marL="343080" indent="-343080" defTabSz="457200">
              <a:lnSpc>
                <a:spcPct val="100000"/>
              </a:lnSpc>
              <a:spcBef>
                <a:spcPts val="1001"/>
              </a:spcBef>
              <a:buClr>
                <a:srgbClr val="a53010"/>
              </a:buClr>
              <a:buFont typeface="Wingdings 3" charset="2"/>
              <a:buChar char=""/>
            </a:pPr>
            <a:r>
              <a:rPr b="0" lang="en-US" sz="1800" strike="noStrike" u="none">
                <a:solidFill>
                  <a:schemeClr val="dk1"/>
                </a:solidFill>
                <a:effectLst/>
                <a:uFillTx/>
                <a:latin typeface="Century Gothic"/>
              </a:rPr>
              <a:t>Enhanced Sales Visibility and Insights: Real-time sales dashboards and predictive sales analytics will provide SMEs with a comprehensive understanding of their sales performance.</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title"/>
          </p:nvPr>
        </p:nvSpPr>
        <p:spPr>
          <a:xfrm>
            <a:off x="2593080" y="624240"/>
            <a:ext cx="8911080" cy="1280160"/>
          </a:xfrm>
          <a:prstGeom prst="rect">
            <a:avLst/>
          </a:prstGeom>
          <a:noFill/>
          <a:ln w="0">
            <a:noFill/>
          </a:ln>
        </p:spPr>
        <p:txBody>
          <a:bodyPr lIns="91440" rIns="91440" tIns="45720" bIns="45720" anchor="t">
            <a:noAutofit/>
          </a:bodyPr>
          <a:p>
            <a:pPr indent="0" algn="ctr">
              <a:buNone/>
            </a:pPr>
            <a:endParaRPr b="0" lang="en-US" sz="1800" strike="noStrike" u="none">
              <a:solidFill>
                <a:srgbClr val="000000"/>
              </a:solidFill>
              <a:effectLst/>
              <a:uFillTx/>
              <a:latin typeface="Arial"/>
            </a:endParaRPr>
          </a:p>
        </p:txBody>
      </p:sp>
      <p:sp>
        <p:nvSpPr>
          <p:cNvPr id="557" name="PlaceHolder 2"/>
          <p:cNvSpPr>
            <a:spLocks noGrp="1"/>
          </p:cNvSpPr>
          <p:nvPr>
            <p:ph/>
          </p:nvPr>
        </p:nvSpPr>
        <p:spPr>
          <a:xfrm>
            <a:off x="2589120" y="2133720"/>
            <a:ext cx="8914680" cy="3776760"/>
          </a:xfrm>
          <a:prstGeom prst="rect">
            <a:avLst/>
          </a:prstGeom>
          <a:noFill/>
          <a:ln w="0">
            <a:noFill/>
          </a:ln>
        </p:spPr>
        <p:txBody>
          <a:bodyPr lIns="91440" rIns="91440" tIns="45720" bIns="45720" anchor="t">
            <a:noAutofit/>
          </a:bodyPr>
          <a:p>
            <a:pPr indent="0">
              <a:spcBef>
                <a:spcPts val="1417"/>
              </a:spcBef>
              <a:buNone/>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Wisp</Template>
  <TotalTime>111</TotalTime>
  <Application>LibreOffice/25.2.3.2$Linux_X86_64 LibreOffice_project/520$Build-2</Application>
  <AppVersion>15.0000</AppVersion>
  <Words>775</Words>
  <Paragraphs>61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2025-08-26T18:12:02Z</dcterms:created>
  <dc:creator>Blessiey C</dc:creator>
  <dc:description/>
  <dc:language>en-US</dc:language>
  <cp:lastModifiedBy/>
  <dcterms:modified xsi:type="dcterms:W3CDTF">2025-08-29T09:41:33Z</dcterms:modified>
  <cp:revision>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10</vt:i4>
  </property>
</Properties>
</file>